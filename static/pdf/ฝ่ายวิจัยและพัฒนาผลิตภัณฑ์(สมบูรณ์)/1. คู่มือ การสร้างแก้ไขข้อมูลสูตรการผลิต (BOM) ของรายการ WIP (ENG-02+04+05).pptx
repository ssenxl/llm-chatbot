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8" r:id="rId2"/>
    <p:sldId id="329" r:id="rId3"/>
    <p:sldId id="259" r:id="rId4"/>
    <p:sldId id="331" r:id="rId5"/>
    <p:sldId id="332" r:id="rId6"/>
    <p:sldId id="333" r:id="rId7"/>
    <p:sldId id="334" r:id="rId8"/>
    <p:sldId id="336" r:id="rId9"/>
    <p:sldId id="335" r:id="rId10"/>
    <p:sldId id="337" r:id="rId11"/>
    <p:sldId id="328" r:id="rId12"/>
    <p:sldId id="338" r:id="rId13"/>
    <p:sldId id="339" r:id="rId14"/>
    <p:sldId id="340" r:id="rId15"/>
    <p:sldId id="342" r:id="rId16"/>
    <p:sldId id="343" r:id="rId17"/>
    <p:sldId id="344" r:id="rId18"/>
    <p:sldId id="345" r:id="rId19"/>
    <p:sldId id="357" r:id="rId20"/>
    <p:sldId id="356" r:id="rId21"/>
    <p:sldId id="358" r:id="rId22"/>
    <p:sldId id="359" r:id="rId23"/>
    <p:sldId id="360" r:id="rId24"/>
    <p:sldId id="362" r:id="rId25"/>
    <p:sldId id="352" r:id="rId26"/>
    <p:sldId id="355" r:id="rId27"/>
    <p:sldId id="341" r:id="rId28"/>
    <p:sldId id="363" r:id="rId29"/>
    <p:sldId id="262" r:id="rId30"/>
    <p:sldId id="265" r:id="rId31"/>
    <p:sldId id="364" r:id="rId32"/>
    <p:sldId id="300" r:id="rId33"/>
    <p:sldId id="301" r:id="rId34"/>
    <p:sldId id="302" r:id="rId35"/>
    <p:sldId id="268" r:id="rId36"/>
    <p:sldId id="269" r:id="rId37"/>
    <p:sldId id="303" r:id="rId38"/>
    <p:sldId id="270" r:id="rId39"/>
    <p:sldId id="306" r:id="rId40"/>
    <p:sldId id="307" r:id="rId41"/>
    <p:sldId id="308" r:id="rId42"/>
    <p:sldId id="365" r:id="rId43"/>
    <p:sldId id="310" r:id="rId44"/>
    <p:sldId id="273" r:id="rId45"/>
    <p:sldId id="311" r:id="rId46"/>
    <p:sldId id="312" r:id="rId47"/>
    <p:sldId id="313" r:id="rId48"/>
    <p:sldId id="314" r:id="rId49"/>
    <p:sldId id="315" r:id="rId50"/>
    <p:sldId id="323" r:id="rId51"/>
    <p:sldId id="366" r:id="rId52"/>
    <p:sldId id="325" r:id="rId53"/>
    <p:sldId id="322" r:id="rId54"/>
    <p:sldId id="324" r:id="rId55"/>
    <p:sldId id="327" r:id="rId56"/>
    <p:sldId id="367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FF"/>
    <a:srgbClr val="9999FF"/>
    <a:srgbClr val="0066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79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e Bee" userId="db2ad0fc27c4b2da" providerId="LiveId" clId="{FDE9ED26-AA0C-4A0C-9354-CF8D031E21AD}"/>
    <pc:docChg chg="undo redo custSel addSld delSld modSld sldOrd">
      <pc:chgData name="Bee Bee" userId="db2ad0fc27c4b2da" providerId="LiveId" clId="{FDE9ED26-AA0C-4A0C-9354-CF8D031E21AD}" dt="2024-03-30T14:38:20.623" v="5868" actId="1036"/>
      <pc:docMkLst>
        <pc:docMk/>
      </pc:docMkLst>
      <pc:sldChg chg="modSp mod">
        <pc:chgData name="Bee Bee" userId="db2ad0fc27c4b2da" providerId="LiveId" clId="{FDE9ED26-AA0C-4A0C-9354-CF8D031E21AD}" dt="2024-03-30T10:25:43.543" v="230" actId="14100"/>
        <pc:sldMkLst>
          <pc:docMk/>
          <pc:sldMk cId="2141455940" sldId="262"/>
        </pc:sldMkLst>
        <pc:spChg chg="mod">
          <ac:chgData name="Bee Bee" userId="db2ad0fc27c4b2da" providerId="LiveId" clId="{FDE9ED26-AA0C-4A0C-9354-CF8D031E21AD}" dt="2024-03-30T10:25:41.135" v="229" actId="14100"/>
          <ac:spMkLst>
            <pc:docMk/>
            <pc:sldMk cId="2141455940" sldId="262"/>
            <ac:spMk id="10" creationId="{30A2B4CC-A2B0-40DC-BE21-8E5FAAEC8C52}"/>
          </ac:spMkLst>
        </pc:spChg>
        <pc:grpChg chg="mod">
          <ac:chgData name="Bee Bee" userId="db2ad0fc27c4b2da" providerId="LiveId" clId="{FDE9ED26-AA0C-4A0C-9354-CF8D031E21AD}" dt="2024-03-30T10:25:43.543" v="230" actId="14100"/>
          <ac:grpSpMkLst>
            <pc:docMk/>
            <pc:sldMk cId="2141455940" sldId="262"/>
            <ac:grpSpMk id="31" creationId="{00000000-0000-0000-0000-000000000000}"/>
          </ac:grpSpMkLst>
        </pc:grpChg>
      </pc:sldChg>
      <pc:sldChg chg="modSp mod">
        <pc:chgData name="Bee Bee" userId="db2ad0fc27c4b2da" providerId="LiveId" clId="{FDE9ED26-AA0C-4A0C-9354-CF8D031E21AD}" dt="2024-03-30T10:25:56.615" v="231" actId="207"/>
        <pc:sldMkLst>
          <pc:docMk/>
          <pc:sldMk cId="894394960" sldId="265"/>
        </pc:sldMkLst>
        <pc:spChg chg="mod">
          <ac:chgData name="Bee Bee" userId="db2ad0fc27c4b2da" providerId="LiveId" clId="{FDE9ED26-AA0C-4A0C-9354-CF8D031E21AD}" dt="2024-03-30T10:25:56.615" v="231" actId="207"/>
          <ac:spMkLst>
            <pc:docMk/>
            <pc:sldMk cId="894394960" sldId="265"/>
            <ac:spMk id="5" creationId="{30A2B4CC-A2B0-40DC-BE21-8E5FAAEC8C52}"/>
          </ac:spMkLst>
        </pc:spChg>
      </pc:sldChg>
      <pc:sldChg chg="addSp modSp mod">
        <pc:chgData name="Bee Bee" userId="db2ad0fc27c4b2da" providerId="LiveId" clId="{FDE9ED26-AA0C-4A0C-9354-CF8D031E21AD}" dt="2024-03-30T14:38:04.433" v="5865" actId="113"/>
        <pc:sldMkLst>
          <pc:docMk/>
          <pc:sldMk cId="1174484384" sldId="268"/>
        </pc:sldMkLst>
        <pc:spChg chg="mod">
          <ac:chgData name="Bee Bee" userId="db2ad0fc27c4b2da" providerId="LiveId" clId="{FDE9ED26-AA0C-4A0C-9354-CF8D031E21AD}" dt="2024-03-30T14:38:04.433" v="5865" actId="113"/>
          <ac:spMkLst>
            <pc:docMk/>
            <pc:sldMk cId="1174484384" sldId="268"/>
            <ac:spMk id="17" creationId="{36D49AF0-9410-4771-ACF4-EDE74B53B1BA}"/>
          </ac:spMkLst>
        </pc:spChg>
        <pc:spChg chg="mod">
          <ac:chgData name="Bee Bee" userId="db2ad0fc27c4b2da" providerId="LiveId" clId="{FDE9ED26-AA0C-4A0C-9354-CF8D031E21AD}" dt="2024-03-30T11:34:59.695" v="2085" actId="14100"/>
          <ac:spMkLst>
            <pc:docMk/>
            <pc:sldMk cId="1174484384" sldId="268"/>
            <ac:spMk id="18" creationId="{00000000-0000-0000-0000-000000000000}"/>
          </ac:spMkLst>
        </pc:spChg>
        <pc:spChg chg="mod">
          <ac:chgData name="Bee Bee" userId="db2ad0fc27c4b2da" providerId="LiveId" clId="{FDE9ED26-AA0C-4A0C-9354-CF8D031E21AD}" dt="2024-03-30T11:33:12.394" v="2024" actId="1035"/>
          <ac:spMkLst>
            <pc:docMk/>
            <pc:sldMk cId="1174484384" sldId="268"/>
            <ac:spMk id="19" creationId="{00000000-0000-0000-0000-000000000000}"/>
          </ac:spMkLst>
        </pc:spChg>
        <pc:spChg chg="mod">
          <ac:chgData name="Bee Bee" userId="db2ad0fc27c4b2da" providerId="LiveId" clId="{FDE9ED26-AA0C-4A0C-9354-CF8D031E21AD}" dt="2024-03-30T11:32:57.968" v="2017" actId="1038"/>
          <ac:spMkLst>
            <pc:docMk/>
            <pc:sldMk cId="1174484384" sldId="268"/>
            <ac:spMk id="20" creationId="{00000000-0000-0000-0000-000000000000}"/>
          </ac:spMkLst>
        </pc:spChg>
        <pc:spChg chg="mod">
          <ac:chgData name="Bee Bee" userId="db2ad0fc27c4b2da" providerId="LiveId" clId="{FDE9ED26-AA0C-4A0C-9354-CF8D031E21AD}" dt="2024-03-30T11:33:25.349" v="2032" actId="1035"/>
          <ac:spMkLst>
            <pc:docMk/>
            <pc:sldMk cId="1174484384" sldId="268"/>
            <ac:spMk id="21" creationId="{00000000-0000-0000-0000-000000000000}"/>
          </ac:spMkLst>
        </pc:spChg>
        <pc:picChg chg="add mod">
          <ac:chgData name="Bee Bee" userId="db2ad0fc27c4b2da" providerId="LiveId" clId="{FDE9ED26-AA0C-4A0C-9354-CF8D031E21AD}" dt="2024-03-30T11:34:49.724" v="2084" actId="1036"/>
          <ac:picMkLst>
            <pc:docMk/>
            <pc:sldMk cId="1174484384" sldId="268"/>
            <ac:picMk id="4" creationId="{661823A8-B641-F1C0-A123-22F1BE4D2843}"/>
          </ac:picMkLst>
        </pc:picChg>
      </pc:sldChg>
      <pc:sldChg chg="addSp delSp modSp mod">
        <pc:chgData name="Bee Bee" userId="db2ad0fc27c4b2da" providerId="LiveId" clId="{FDE9ED26-AA0C-4A0C-9354-CF8D031E21AD}" dt="2024-03-30T12:57:28.512" v="3215" actId="20577"/>
        <pc:sldMkLst>
          <pc:docMk/>
          <pc:sldMk cId="2584701606" sldId="269"/>
        </pc:sldMkLst>
        <pc:spChg chg="add mod">
          <ac:chgData name="Bee Bee" userId="db2ad0fc27c4b2da" providerId="LiveId" clId="{FDE9ED26-AA0C-4A0C-9354-CF8D031E21AD}" dt="2024-03-30T11:29:43.304" v="1848"/>
          <ac:spMkLst>
            <pc:docMk/>
            <pc:sldMk cId="2584701606" sldId="269"/>
            <ac:spMk id="3" creationId="{E1986549-180F-7924-A3C3-F2DD5C18ED58}"/>
          </ac:spMkLst>
        </pc:spChg>
        <pc:spChg chg="del">
          <ac:chgData name="Bee Bee" userId="db2ad0fc27c4b2da" providerId="LiveId" clId="{FDE9ED26-AA0C-4A0C-9354-CF8D031E21AD}" dt="2024-03-30T11:29:33.507" v="1847" actId="478"/>
          <ac:spMkLst>
            <pc:docMk/>
            <pc:sldMk cId="2584701606" sldId="269"/>
            <ac:spMk id="9" creationId="{36D49AF0-9410-4771-ACF4-EDE74B53B1BA}"/>
          </ac:spMkLst>
        </pc:spChg>
        <pc:spChg chg="mod">
          <ac:chgData name="Bee Bee" userId="db2ad0fc27c4b2da" providerId="LiveId" clId="{FDE9ED26-AA0C-4A0C-9354-CF8D031E21AD}" dt="2024-03-30T12:57:28.512" v="3215" actId="20577"/>
          <ac:spMkLst>
            <pc:docMk/>
            <pc:sldMk cId="2584701606" sldId="269"/>
            <ac:spMk id="15" creationId="{36D49AF0-9410-4771-ACF4-EDE74B53B1BA}"/>
          </ac:spMkLst>
        </pc:spChg>
        <pc:picChg chg="add del mod">
          <ac:chgData name="Bee Bee" userId="db2ad0fc27c4b2da" providerId="LiveId" clId="{FDE9ED26-AA0C-4A0C-9354-CF8D031E21AD}" dt="2024-03-30T11:31:08.592" v="1907" actId="21"/>
          <ac:picMkLst>
            <pc:docMk/>
            <pc:sldMk cId="2584701606" sldId="269"/>
            <ac:picMk id="8" creationId="{00000000-0000-0000-0000-000000000000}"/>
          </ac:picMkLst>
        </pc:picChg>
        <pc:cxnChg chg="add mod">
          <ac:chgData name="Bee Bee" userId="db2ad0fc27c4b2da" providerId="LiveId" clId="{FDE9ED26-AA0C-4A0C-9354-CF8D031E21AD}" dt="2024-03-30T11:29:43.304" v="1848"/>
          <ac:cxnSpMkLst>
            <pc:docMk/>
            <pc:sldMk cId="2584701606" sldId="269"/>
            <ac:cxnSpMk id="4" creationId="{34391F96-05BF-1494-C4FB-B262C98B9592}"/>
          </ac:cxnSpMkLst>
        </pc:cxnChg>
      </pc:sldChg>
      <pc:sldChg chg="addSp delSp modSp mod">
        <pc:chgData name="Bee Bee" userId="db2ad0fc27c4b2da" providerId="LiveId" clId="{FDE9ED26-AA0C-4A0C-9354-CF8D031E21AD}" dt="2024-03-30T14:38:20.623" v="5868" actId="1036"/>
        <pc:sldMkLst>
          <pc:docMk/>
          <pc:sldMk cId="238154778" sldId="270"/>
        </pc:sldMkLst>
        <pc:spChg chg="mod">
          <ac:chgData name="Bee Bee" userId="db2ad0fc27c4b2da" providerId="LiveId" clId="{FDE9ED26-AA0C-4A0C-9354-CF8D031E21AD}" dt="2024-03-30T14:38:16.053" v="5866" actId="113"/>
          <ac:spMkLst>
            <pc:docMk/>
            <pc:sldMk cId="238154778" sldId="270"/>
            <ac:spMk id="8" creationId="{36D49AF0-9410-4771-ACF4-EDE74B53B1BA}"/>
          </ac:spMkLst>
        </pc:spChg>
        <pc:spChg chg="mod">
          <ac:chgData name="Bee Bee" userId="db2ad0fc27c4b2da" providerId="LiveId" clId="{FDE9ED26-AA0C-4A0C-9354-CF8D031E21AD}" dt="2024-03-30T12:44:53.912" v="2786" actId="1037"/>
          <ac:spMkLst>
            <pc:docMk/>
            <pc:sldMk cId="238154778" sldId="270"/>
            <ac:spMk id="9" creationId="{00000000-0000-0000-0000-000000000000}"/>
          </ac:spMkLst>
        </pc:spChg>
        <pc:spChg chg="add del mod">
          <ac:chgData name="Bee Bee" userId="db2ad0fc27c4b2da" providerId="LiveId" clId="{FDE9ED26-AA0C-4A0C-9354-CF8D031E21AD}" dt="2024-03-30T13:00:25.678" v="3429" actId="21"/>
          <ac:spMkLst>
            <pc:docMk/>
            <pc:sldMk cId="238154778" sldId="270"/>
            <ac:spMk id="10" creationId="{00000000-0000-0000-0000-000000000000}"/>
          </ac:spMkLst>
        </pc:spChg>
        <pc:spChg chg="add del mod">
          <ac:chgData name="Bee Bee" userId="db2ad0fc27c4b2da" providerId="LiveId" clId="{FDE9ED26-AA0C-4A0C-9354-CF8D031E21AD}" dt="2024-03-30T13:00:25.678" v="3429" actId="21"/>
          <ac:spMkLst>
            <pc:docMk/>
            <pc:sldMk cId="238154778" sldId="270"/>
            <ac:spMk id="11" creationId="{00000000-0000-0000-0000-000000000000}"/>
          </ac:spMkLst>
        </pc:spChg>
        <pc:spChg chg="mod">
          <ac:chgData name="Bee Bee" userId="db2ad0fc27c4b2da" providerId="LiveId" clId="{FDE9ED26-AA0C-4A0C-9354-CF8D031E21AD}" dt="2024-03-30T14:38:20.623" v="5868" actId="1036"/>
          <ac:spMkLst>
            <pc:docMk/>
            <pc:sldMk cId="238154778" sldId="270"/>
            <ac:spMk id="12" creationId="{00000000-0000-0000-0000-000000000000}"/>
          </ac:spMkLst>
        </pc:spChg>
        <pc:spChg chg="mod">
          <ac:chgData name="Bee Bee" userId="db2ad0fc27c4b2da" providerId="LiveId" clId="{FDE9ED26-AA0C-4A0C-9354-CF8D031E21AD}" dt="2024-03-30T12:44:53.912" v="2786" actId="1037"/>
          <ac:spMkLst>
            <pc:docMk/>
            <pc:sldMk cId="238154778" sldId="270"/>
            <ac:spMk id="13" creationId="{00000000-0000-0000-0000-000000000000}"/>
          </ac:spMkLst>
        </pc:spChg>
        <pc:spChg chg="add mod">
          <ac:chgData name="Bee Bee" userId="db2ad0fc27c4b2da" providerId="LiveId" clId="{FDE9ED26-AA0C-4A0C-9354-CF8D031E21AD}" dt="2024-03-30T11:51:03.386" v="2706" actId="1035"/>
          <ac:spMkLst>
            <pc:docMk/>
            <pc:sldMk cId="238154778" sldId="270"/>
            <ac:spMk id="17" creationId="{726B8413-949D-91EF-DE88-058118B36B31}"/>
          </ac:spMkLst>
        </pc:spChg>
        <pc:picChg chg="add del mod">
          <ac:chgData name="Bee Bee" userId="db2ad0fc27c4b2da" providerId="LiveId" clId="{FDE9ED26-AA0C-4A0C-9354-CF8D031E21AD}" dt="2024-03-30T11:46:20.893" v="2648" actId="21"/>
          <ac:picMkLst>
            <pc:docMk/>
            <pc:sldMk cId="238154778" sldId="270"/>
            <ac:picMk id="4" creationId="{00000000-0000-0000-0000-000000000000}"/>
          </ac:picMkLst>
        </pc:picChg>
        <pc:picChg chg="mod">
          <ac:chgData name="Bee Bee" userId="db2ad0fc27c4b2da" providerId="LiveId" clId="{FDE9ED26-AA0C-4A0C-9354-CF8D031E21AD}" dt="2024-03-30T11:50:51.976" v="2702" actId="1076"/>
          <ac:picMkLst>
            <pc:docMk/>
            <pc:sldMk cId="238154778" sldId="270"/>
            <ac:picMk id="5" creationId="{00000000-0000-0000-0000-000000000000}"/>
          </ac:picMkLst>
        </pc:picChg>
        <pc:picChg chg="add del mod">
          <ac:chgData name="Bee Bee" userId="db2ad0fc27c4b2da" providerId="LiveId" clId="{FDE9ED26-AA0C-4A0C-9354-CF8D031E21AD}" dt="2024-03-30T11:50:02.559" v="2693" actId="21"/>
          <ac:picMkLst>
            <pc:docMk/>
            <pc:sldMk cId="238154778" sldId="270"/>
            <ac:picMk id="6" creationId="{B55B924C-25A2-9F6A-7F91-ED56E51C33DD}"/>
          </ac:picMkLst>
        </pc:picChg>
        <pc:picChg chg="add mod">
          <ac:chgData name="Bee Bee" userId="db2ad0fc27c4b2da" providerId="LiveId" clId="{FDE9ED26-AA0C-4A0C-9354-CF8D031E21AD}" dt="2024-03-30T11:51:09.184" v="2707" actId="1076"/>
          <ac:picMkLst>
            <pc:docMk/>
            <pc:sldMk cId="238154778" sldId="270"/>
            <ac:picMk id="16" creationId="{1106F746-4A35-5C2A-E56C-0E567E95C5E7}"/>
          </ac:picMkLst>
        </pc:picChg>
        <pc:picChg chg="add del mod">
          <ac:chgData name="Bee Bee" userId="db2ad0fc27c4b2da" providerId="LiveId" clId="{FDE9ED26-AA0C-4A0C-9354-CF8D031E21AD}" dt="2024-03-30T11:49:15.159" v="2686" actId="21"/>
          <ac:picMkLst>
            <pc:docMk/>
            <pc:sldMk cId="238154778" sldId="270"/>
            <ac:picMk id="2050" creationId="{8340980B-091F-C2C6-018A-06C026F21C34}"/>
          </ac:picMkLst>
        </pc:picChg>
      </pc:sldChg>
      <pc:sldChg chg="addSp delSp modSp del mod ord">
        <pc:chgData name="Bee Bee" userId="db2ad0fc27c4b2da" providerId="LiveId" clId="{FDE9ED26-AA0C-4A0C-9354-CF8D031E21AD}" dt="2024-03-30T13:39:48.202" v="5273" actId="47"/>
        <pc:sldMkLst>
          <pc:docMk/>
          <pc:sldMk cId="3269149315" sldId="272"/>
        </pc:sldMkLst>
        <pc:spChg chg="add mod">
          <ac:chgData name="Bee Bee" userId="db2ad0fc27c4b2da" providerId="LiveId" clId="{FDE9ED26-AA0C-4A0C-9354-CF8D031E21AD}" dt="2024-03-30T11:55:34.056" v="2776" actId="1036"/>
          <ac:spMkLst>
            <pc:docMk/>
            <pc:sldMk cId="3269149315" sldId="272"/>
            <ac:spMk id="7" creationId="{3109E6A4-405A-1360-E4EC-1FDE37520ED1}"/>
          </ac:spMkLst>
        </pc:spChg>
        <pc:spChg chg="mod">
          <ac:chgData name="Bee Bee" userId="db2ad0fc27c4b2da" providerId="LiveId" clId="{FDE9ED26-AA0C-4A0C-9354-CF8D031E21AD}" dt="2024-03-30T11:55:48.655" v="2778" actId="14100"/>
          <ac:spMkLst>
            <pc:docMk/>
            <pc:sldMk cId="3269149315" sldId="272"/>
            <ac:spMk id="11" creationId="{00000000-0000-0000-0000-000000000000}"/>
          </ac:spMkLst>
        </pc:spChg>
        <pc:spChg chg="mod">
          <ac:chgData name="Bee Bee" userId="db2ad0fc27c4b2da" providerId="LiveId" clId="{FDE9ED26-AA0C-4A0C-9354-CF8D031E21AD}" dt="2024-03-30T11:55:41.026" v="2777" actId="14100"/>
          <ac:spMkLst>
            <pc:docMk/>
            <pc:sldMk cId="3269149315" sldId="272"/>
            <ac:spMk id="12" creationId="{36D49AF0-9410-4771-ACF4-EDE74B53B1BA}"/>
          </ac:spMkLst>
        </pc:spChg>
        <pc:picChg chg="add del mod">
          <ac:chgData name="Bee Bee" userId="db2ad0fc27c4b2da" providerId="LiveId" clId="{FDE9ED26-AA0C-4A0C-9354-CF8D031E21AD}" dt="2024-03-30T11:51:57.904" v="2718" actId="21"/>
          <ac:picMkLst>
            <pc:docMk/>
            <pc:sldMk cId="3269149315" sldId="272"/>
            <ac:picMk id="5" creationId="{00000000-0000-0000-0000-000000000000}"/>
          </ac:picMkLst>
        </pc:picChg>
        <pc:picChg chg="add mod">
          <ac:chgData name="Bee Bee" userId="db2ad0fc27c4b2da" providerId="LiveId" clId="{FDE9ED26-AA0C-4A0C-9354-CF8D031E21AD}" dt="2024-03-30T13:34:17.531" v="5104"/>
          <ac:picMkLst>
            <pc:docMk/>
            <pc:sldMk cId="3269149315" sldId="272"/>
            <ac:picMk id="13" creationId="{8340980B-091F-C2C6-018A-06C026F21C34}"/>
          </ac:picMkLst>
        </pc:picChg>
        <pc:picChg chg="add del mod">
          <ac:chgData name="Bee Bee" userId="db2ad0fc27c4b2da" providerId="LiveId" clId="{FDE9ED26-AA0C-4A0C-9354-CF8D031E21AD}" dt="2024-03-30T11:51:22.205" v="2708" actId="21"/>
          <ac:picMkLst>
            <pc:docMk/>
            <pc:sldMk cId="3269149315" sldId="272"/>
            <ac:picMk id="2050" creationId="{8340980B-091F-C2C6-018A-06C026F21C34}"/>
          </ac:picMkLst>
        </pc:picChg>
      </pc:sldChg>
      <pc:sldChg chg="addSp delSp modSp mod ord">
        <pc:chgData name="Bee Bee" userId="db2ad0fc27c4b2da" providerId="LiveId" clId="{FDE9ED26-AA0C-4A0C-9354-CF8D031E21AD}" dt="2024-03-30T13:29:52.702" v="4929" actId="1038"/>
        <pc:sldMkLst>
          <pc:docMk/>
          <pc:sldMk cId="225236553" sldId="273"/>
        </pc:sldMkLst>
        <pc:spChg chg="add mod">
          <ac:chgData name="Bee Bee" userId="db2ad0fc27c4b2da" providerId="LiveId" clId="{FDE9ED26-AA0C-4A0C-9354-CF8D031E21AD}" dt="2024-03-30T13:27:41.832" v="4785" actId="14100"/>
          <ac:spMkLst>
            <pc:docMk/>
            <pc:sldMk cId="225236553" sldId="273"/>
            <ac:spMk id="6" creationId="{406BD77C-E159-A9C6-F03F-422D863E4FE7}"/>
          </ac:spMkLst>
        </pc:spChg>
        <pc:spChg chg="add mod">
          <ac:chgData name="Bee Bee" userId="db2ad0fc27c4b2da" providerId="LiveId" clId="{FDE9ED26-AA0C-4A0C-9354-CF8D031E21AD}" dt="2024-03-30T13:27:15.052" v="4760"/>
          <ac:spMkLst>
            <pc:docMk/>
            <pc:sldMk cId="225236553" sldId="273"/>
            <ac:spMk id="9" creationId="{D2D6BF87-D892-8FB2-DE29-E420504B4560}"/>
          </ac:spMkLst>
        </pc:spChg>
        <pc:spChg chg="mod">
          <ac:chgData name="Bee Bee" userId="db2ad0fc27c4b2da" providerId="LiveId" clId="{FDE9ED26-AA0C-4A0C-9354-CF8D031E21AD}" dt="2024-03-30T13:29:46.932" v="4927" actId="1038"/>
          <ac:spMkLst>
            <pc:docMk/>
            <pc:sldMk cId="225236553" sldId="273"/>
            <ac:spMk id="15" creationId="{36D49AF0-9410-4771-ACF4-EDE74B53B1BA}"/>
          </ac:spMkLst>
        </pc:spChg>
        <pc:spChg chg="mod">
          <ac:chgData name="Bee Bee" userId="db2ad0fc27c4b2da" providerId="LiveId" clId="{FDE9ED26-AA0C-4A0C-9354-CF8D031E21AD}" dt="2024-03-30T13:29:52.702" v="4929" actId="1038"/>
          <ac:spMkLst>
            <pc:docMk/>
            <pc:sldMk cId="225236553" sldId="273"/>
            <ac:spMk id="16" creationId="{00000000-0000-0000-0000-000000000000}"/>
          </ac:spMkLst>
        </pc:spChg>
        <pc:spChg chg="del">
          <ac:chgData name="Bee Bee" userId="db2ad0fc27c4b2da" providerId="LiveId" clId="{FDE9ED26-AA0C-4A0C-9354-CF8D031E21AD}" dt="2024-03-30T13:28:14.212" v="4812" actId="478"/>
          <ac:spMkLst>
            <pc:docMk/>
            <pc:sldMk cId="225236553" sldId="273"/>
            <ac:spMk id="17" creationId="{00000000-0000-0000-0000-000000000000}"/>
          </ac:spMkLst>
        </pc:spChg>
        <pc:picChg chg="add mod">
          <ac:chgData name="Bee Bee" userId="db2ad0fc27c4b2da" providerId="LiveId" clId="{FDE9ED26-AA0C-4A0C-9354-CF8D031E21AD}" dt="2024-03-30T11:52:00.499" v="2719"/>
          <ac:picMkLst>
            <pc:docMk/>
            <pc:sldMk cId="225236553" sldId="273"/>
            <ac:picMk id="2" creationId="{00000000-0000-0000-0000-000000000000}"/>
          </ac:picMkLst>
        </pc:picChg>
        <pc:picChg chg="del">
          <ac:chgData name="Bee Bee" userId="db2ad0fc27c4b2da" providerId="LiveId" clId="{FDE9ED26-AA0C-4A0C-9354-CF8D031E21AD}" dt="2024-03-30T13:28:08.332" v="4810" actId="478"/>
          <ac:picMkLst>
            <pc:docMk/>
            <pc:sldMk cId="225236553" sldId="273"/>
            <ac:picMk id="18" creationId="{00000000-0000-0000-0000-000000000000}"/>
          </ac:picMkLst>
        </pc:picChg>
        <pc:picChg chg="add del mod">
          <ac:chgData name="Bee Bee" userId="db2ad0fc27c4b2da" providerId="LiveId" clId="{FDE9ED26-AA0C-4A0C-9354-CF8D031E21AD}" dt="2024-03-30T13:26:48.719" v="4756" actId="21"/>
          <ac:picMkLst>
            <pc:docMk/>
            <pc:sldMk cId="225236553" sldId="273"/>
            <ac:picMk id="2050" creationId="{8340980B-091F-C2C6-018A-06C026F21C34}"/>
          </ac:picMkLst>
        </pc:picChg>
      </pc:sldChg>
      <pc:sldChg chg="addSp delSp modSp del">
        <pc:chgData name="Bee Bee" userId="db2ad0fc27c4b2da" providerId="LiveId" clId="{FDE9ED26-AA0C-4A0C-9354-CF8D031E21AD}" dt="2024-03-30T13:34:23.436" v="5105" actId="47"/>
        <pc:sldMkLst>
          <pc:docMk/>
          <pc:sldMk cId="3896861226" sldId="274"/>
        </pc:sldMkLst>
        <pc:picChg chg="add del mod">
          <ac:chgData name="Bee Bee" userId="db2ad0fc27c4b2da" providerId="LiveId" clId="{FDE9ED26-AA0C-4A0C-9354-CF8D031E21AD}" dt="2024-03-30T13:34:14.461" v="5103" actId="21"/>
          <ac:picMkLst>
            <pc:docMk/>
            <pc:sldMk cId="3896861226" sldId="274"/>
            <ac:picMk id="2050" creationId="{8340980B-091F-C2C6-018A-06C026F21C34}"/>
          </ac:picMkLst>
        </pc:picChg>
      </pc:sldChg>
      <pc:sldChg chg="add del">
        <pc:chgData name="Bee Bee" userId="db2ad0fc27c4b2da" providerId="LiveId" clId="{FDE9ED26-AA0C-4A0C-9354-CF8D031E21AD}" dt="2024-03-30T11:54:15.164" v="2738" actId="47"/>
        <pc:sldMkLst>
          <pc:docMk/>
          <pc:sldMk cId="2491003213" sldId="286"/>
        </pc:sldMkLst>
      </pc:sldChg>
      <pc:sldChg chg="del">
        <pc:chgData name="Bee Bee" userId="db2ad0fc27c4b2da" providerId="LiveId" clId="{FDE9ED26-AA0C-4A0C-9354-CF8D031E21AD}" dt="2024-03-30T11:53:01.640" v="2720" actId="2696"/>
        <pc:sldMkLst>
          <pc:docMk/>
          <pc:sldMk cId="3952715111" sldId="286"/>
        </pc:sldMkLst>
      </pc:sldChg>
      <pc:sldChg chg="addSp delSp modSp del mod">
        <pc:chgData name="Bee Bee" userId="db2ad0fc27c4b2da" providerId="LiveId" clId="{FDE9ED26-AA0C-4A0C-9354-CF8D031E21AD}" dt="2024-03-30T11:24:12.921" v="1752" actId="47"/>
        <pc:sldMkLst>
          <pc:docMk/>
          <pc:sldMk cId="12110228" sldId="299"/>
        </pc:sldMkLst>
        <pc:spChg chg="add mod">
          <ac:chgData name="Bee Bee" userId="db2ad0fc27c4b2da" providerId="LiveId" clId="{FDE9ED26-AA0C-4A0C-9354-CF8D031E21AD}" dt="2024-03-30T10:30:08.536" v="359" actId="1035"/>
          <ac:spMkLst>
            <pc:docMk/>
            <pc:sldMk cId="12110228" sldId="299"/>
            <ac:spMk id="4" creationId="{30A2B4CC-A2B0-40DC-BE21-8E5FAAEC8C52}"/>
          </ac:spMkLst>
        </pc:spChg>
        <pc:spChg chg="mod">
          <ac:chgData name="Bee Bee" userId="db2ad0fc27c4b2da" providerId="LiveId" clId="{FDE9ED26-AA0C-4A0C-9354-CF8D031E21AD}" dt="2024-03-30T10:28:31.114" v="322" actId="1036"/>
          <ac:spMkLst>
            <pc:docMk/>
            <pc:sldMk cId="12110228" sldId="299"/>
            <ac:spMk id="6" creationId="{30A2B4CC-A2B0-40DC-BE21-8E5FAAEC8C52}"/>
          </ac:spMkLst>
        </pc:spChg>
        <pc:spChg chg="add mod">
          <ac:chgData name="Bee Bee" userId="db2ad0fc27c4b2da" providerId="LiveId" clId="{FDE9ED26-AA0C-4A0C-9354-CF8D031E21AD}" dt="2024-03-30T10:30:23.937" v="363" actId="1036"/>
          <ac:spMkLst>
            <pc:docMk/>
            <pc:sldMk cId="12110228" sldId="299"/>
            <ac:spMk id="7" creationId="{30A2B4CC-A2B0-40DC-BE21-8E5FAAEC8C52}"/>
          </ac:spMkLst>
        </pc:spChg>
        <pc:spChg chg="mod">
          <ac:chgData name="Bee Bee" userId="db2ad0fc27c4b2da" providerId="LiveId" clId="{FDE9ED26-AA0C-4A0C-9354-CF8D031E21AD}" dt="2024-03-30T10:29:22.600" v="332" actId="1035"/>
          <ac:spMkLst>
            <pc:docMk/>
            <pc:sldMk cId="12110228" sldId="299"/>
            <ac:spMk id="9" creationId="{30A2B4CC-A2B0-40DC-BE21-8E5FAAEC8C52}"/>
          </ac:spMkLst>
        </pc:spChg>
        <pc:spChg chg="mod">
          <ac:chgData name="Bee Bee" userId="db2ad0fc27c4b2da" providerId="LiveId" clId="{FDE9ED26-AA0C-4A0C-9354-CF8D031E21AD}" dt="2024-03-30T10:29:32.995" v="338" actId="1035"/>
          <ac:spMkLst>
            <pc:docMk/>
            <pc:sldMk cId="12110228" sldId="299"/>
            <ac:spMk id="10" creationId="{30A2B4CC-A2B0-40DC-BE21-8E5FAAEC8C52}"/>
          </ac:spMkLst>
        </pc:spChg>
        <pc:spChg chg="del">
          <ac:chgData name="Bee Bee" userId="db2ad0fc27c4b2da" providerId="LiveId" clId="{FDE9ED26-AA0C-4A0C-9354-CF8D031E21AD}" dt="2024-03-30T10:27:48.411" v="236" actId="478"/>
          <ac:spMkLst>
            <pc:docMk/>
            <pc:sldMk cId="12110228" sldId="299"/>
            <ac:spMk id="11" creationId="{30A2B4CC-A2B0-40DC-BE21-8E5FAAEC8C52}"/>
          </ac:spMkLst>
        </pc:spChg>
        <pc:spChg chg="add mod">
          <ac:chgData name="Bee Bee" userId="db2ad0fc27c4b2da" providerId="LiveId" clId="{FDE9ED26-AA0C-4A0C-9354-CF8D031E21AD}" dt="2024-03-30T10:30:23.937" v="363" actId="1036"/>
          <ac:spMkLst>
            <pc:docMk/>
            <pc:sldMk cId="12110228" sldId="299"/>
            <ac:spMk id="12" creationId="{30A2B4CC-A2B0-40DC-BE21-8E5FAAEC8C52}"/>
          </ac:spMkLst>
        </pc:spChg>
        <pc:spChg chg="mod">
          <ac:chgData name="Bee Bee" userId="db2ad0fc27c4b2da" providerId="LiveId" clId="{FDE9ED26-AA0C-4A0C-9354-CF8D031E21AD}" dt="2024-03-30T10:28:31.114" v="322" actId="1036"/>
          <ac:spMkLst>
            <pc:docMk/>
            <pc:sldMk cId="12110228" sldId="299"/>
            <ac:spMk id="13" creationId="{30A2B4CC-A2B0-40DC-BE21-8E5FAAEC8C52}"/>
          </ac:spMkLst>
        </pc:spChg>
        <pc:spChg chg="mod">
          <ac:chgData name="Bee Bee" userId="db2ad0fc27c4b2da" providerId="LiveId" clId="{FDE9ED26-AA0C-4A0C-9354-CF8D031E21AD}" dt="2024-03-30T10:29:01.609" v="327" actId="1035"/>
          <ac:spMkLst>
            <pc:docMk/>
            <pc:sldMk cId="12110228" sldId="299"/>
            <ac:spMk id="15" creationId="{30A2B4CC-A2B0-40DC-BE21-8E5FAAEC8C52}"/>
          </ac:spMkLst>
        </pc:spChg>
        <pc:spChg chg="mod">
          <ac:chgData name="Bee Bee" userId="db2ad0fc27c4b2da" providerId="LiveId" clId="{FDE9ED26-AA0C-4A0C-9354-CF8D031E21AD}" dt="2024-03-30T10:29:40.247" v="344" actId="1035"/>
          <ac:spMkLst>
            <pc:docMk/>
            <pc:sldMk cId="12110228" sldId="299"/>
            <ac:spMk id="16" creationId="{30A2B4CC-A2B0-40DC-BE21-8E5FAAEC8C52}"/>
          </ac:spMkLst>
        </pc:spChg>
        <pc:spChg chg="mod">
          <ac:chgData name="Bee Bee" userId="db2ad0fc27c4b2da" providerId="LiveId" clId="{FDE9ED26-AA0C-4A0C-9354-CF8D031E21AD}" dt="2024-03-30T10:29:50.952" v="350" actId="1035"/>
          <ac:spMkLst>
            <pc:docMk/>
            <pc:sldMk cId="12110228" sldId="299"/>
            <ac:spMk id="17" creationId="{30A2B4CC-A2B0-40DC-BE21-8E5FAAEC8C52}"/>
          </ac:spMkLst>
        </pc:spChg>
        <pc:spChg chg="del">
          <ac:chgData name="Bee Bee" userId="db2ad0fc27c4b2da" providerId="LiveId" clId="{FDE9ED26-AA0C-4A0C-9354-CF8D031E21AD}" dt="2024-03-30T10:27:48.411" v="236" actId="478"/>
          <ac:spMkLst>
            <pc:docMk/>
            <pc:sldMk cId="12110228" sldId="299"/>
            <ac:spMk id="18" creationId="{30A2B4CC-A2B0-40DC-BE21-8E5FAAEC8C52}"/>
          </ac:spMkLst>
        </pc:spChg>
        <pc:spChg chg="add mod">
          <ac:chgData name="Bee Bee" userId="db2ad0fc27c4b2da" providerId="LiveId" clId="{FDE9ED26-AA0C-4A0C-9354-CF8D031E21AD}" dt="2024-03-30T10:30:37.161" v="370" actId="1035"/>
          <ac:spMkLst>
            <pc:docMk/>
            <pc:sldMk cId="12110228" sldId="299"/>
            <ac:spMk id="19" creationId="{30A2B4CC-A2B0-40DC-BE21-8E5FAAEC8C52}"/>
          </ac:spMkLst>
        </pc:spChg>
      </pc:sldChg>
      <pc:sldChg chg="modSp mod">
        <pc:chgData name="Bee Bee" userId="db2ad0fc27c4b2da" providerId="LiveId" clId="{FDE9ED26-AA0C-4A0C-9354-CF8D031E21AD}" dt="2024-03-30T14:37:17.913" v="5853" actId="1036"/>
        <pc:sldMkLst>
          <pc:docMk/>
          <pc:sldMk cId="3215387830" sldId="301"/>
        </pc:sldMkLst>
        <pc:spChg chg="mod">
          <ac:chgData name="Bee Bee" userId="db2ad0fc27c4b2da" providerId="LiveId" clId="{FDE9ED26-AA0C-4A0C-9354-CF8D031E21AD}" dt="2024-03-30T14:37:13.623" v="5851" actId="14100"/>
          <ac:spMkLst>
            <pc:docMk/>
            <pc:sldMk cId="3215387830" sldId="301"/>
            <ac:spMk id="5" creationId="{00000000-0000-0000-0000-000000000000}"/>
          </ac:spMkLst>
        </pc:spChg>
        <pc:spChg chg="mod">
          <ac:chgData name="Bee Bee" userId="db2ad0fc27c4b2da" providerId="LiveId" clId="{FDE9ED26-AA0C-4A0C-9354-CF8D031E21AD}" dt="2024-03-30T14:37:10.126" v="5850" actId="113"/>
          <ac:spMkLst>
            <pc:docMk/>
            <pc:sldMk cId="3215387830" sldId="301"/>
            <ac:spMk id="9" creationId="{30A2B4CC-A2B0-40DC-BE21-8E5FAAEC8C52}"/>
          </ac:spMkLst>
        </pc:spChg>
        <pc:spChg chg="mod">
          <ac:chgData name="Bee Bee" userId="db2ad0fc27c4b2da" providerId="LiveId" clId="{FDE9ED26-AA0C-4A0C-9354-CF8D031E21AD}" dt="2024-03-30T11:26:47.147" v="1828" actId="1037"/>
          <ac:spMkLst>
            <pc:docMk/>
            <pc:sldMk cId="3215387830" sldId="301"/>
            <ac:spMk id="10" creationId="{F780D1D7-E999-4CB2-9FA2-FF5BAEA14006}"/>
          </ac:spMkLst>
        </pc:spChg>
        <pc:spChg chg="mod">
          <ac:chgData name="Bee Bee" userId="db2ad0fc27c4b2da" providerId="LiveId" clId="{FDE9ED26-AA0C-4A0C-9354-CF8D031E21AD}" dt="2024-03-30T11:26:47.147" v="1828" actId="1037"/>
          <ac:spMkLst>
            <pc:docMk/>
            <pc:sldMk cId="3215387830" sldId="301"/>
            <ac:spMk id="11" creationId="{F780D1D7-E999-4CB2-9FA2-FF5BAEA14006}"/>
          </ac:spMkLst>
        </pc:spChg>
        <pc:spChg chg="mod">
          <ac:chgData name="Bee Bee" userId="db2ad0fc27c4b2da" providerId="LiveId" clId="{FDE9ED26-AA0C-4A0C-9354-CF8D031E21AD}" dt="2024-03-30T14:37:04.676" v="5849" actId="14100"/>
          <ac:spMkLst>
            <pc:docMk/>
            <pc:sldMk cId="3215387830" sldId="301"/>
            <ac:spMk id="12" creationId="{30A2B4CC-A2B0-40DC-BE21-8E5FAAEC8C52}"/>
          </ac:spMkLst>
        </pc:spChg>
        <pc:spChg chg="mod">
          <ac:chgData name="Bee Bee" userId="db2ad0fc27c4b2da" providerId="LiveId" clId="{FDE9ED26-AA0C-4A0C-9354-CF8D031E21AD}" dt="2024-03-30T11:26:22.233" v="1817" actId="14100"/>
          <ac:spMkLst>
            <pc:docMk/>
            <pc:sldMk cId="3215387830" sldId="301"/>
            <ac:spMk id="14" creationId="{30A2B4CC-A2B0-40DC-BE21-8E5FAAEC8C52}"/>
          </ac:spMkLst>
        </pc:spChg>
        <pc:picChg chg="mod">
          <ac:chgData name="Bee Bee" userId="db2ad0fc27c4b2da" providerId="LiveId" clId="{FDE9ED26-AA0C-4A0C-9354-CF8D031E21AD}" dt="2024-03-30T14:37:17.913" v="5853" actId="1036"/>
          <ac:picMkLst>
            <pc:docMk/>
            <pc:sldMk cId="3215387830" sldId="301"/>
            <ac:picMk id="6" creationId="{00000000-0000-0000-0000-000000000000}"/>
          </ac:picMkLst>
        </pc:picChg>
        <pc:picChg chg="mod">
          <ac:chgData name="Bee Bee" userId="db2ad0fc27c4b2da" providerId="LiveId" clId="{FDE9ED26-AA0C-4A0C-9354-CF8D031E21AD}" dt="2024-03-30T11:26:47.147" v="1828" actId="1037"/>
          <ac:picMkLst>
            <pc:docMk/>
            <pc:sldMk cId="3215387830" sldId="301"/>
            <ac:picMk id="16" creationId="{00000000-0000-0000-0000-000000000000}"/>
          </ac:picMkLst>
        </pc:picChg>
        <pc:picChg chg="mod">
          <ac:chgData name="Bee Bee" userId="db2ad0fc27c4b2da" providerId="LiveId" clId="{FDE9ED26-AA0C-4A0C-9354-CF8D031E21AD}" dt="2024-03-30T11:26:47.147" v="1828" actId="1037"/>
          <ac:picMkLst>
            <pc:docMk/>
            <pc:sldMk cId="3215387830" sldId="301"/>
            <ac:picMk id="17" creationId="{00000000-0000-0000-0000-000000000000}"/>
          </ac:picMkLst>
        </pc:picChg>
      </pc:sldChg>
      <pc:sldChg chg="addSp delSp modSp mod">
        <pc:chgData name="Bee Bee" userId="db2ad0fc27c4b2da" providerId="LiveId" clId="{FDE9ED26-AA0C-4A0C-9354-CF8D031E21AD}" dt="2024-03-30T14:37:56.233" v="5864" actId="14100"/>
        <pc:sldMkLst>
          <pc:docMk/>
          <pc:sldMk cId="562162220" sldId="302"/>
        </pc:sldMkLst>
        <pc:spChg chg="mod">
          <ac:chgData name="Bee Bee" userId="db2ad0fc27c4b2da" providerId="LiveId" clId="{FDE9ED26-AA0C-4A0C-9354-CF8D031E21AD}" dt="2024-03-30T14:37:55.433" v="5863" actId="14100"/>
          <ac:spMkLst>
            <pc:docMk/>
            <pc:sldMk cId="562162220" sldId="302"/>
            <ac:spMk id="9" creationId="{30A2B4CC-A2B0-40DC-BE21-8E5FAAEC8C52}"/>
          </ac:spMkLst>
        </pc:spChg>
        <pc:spChg chg="mod">
          <ac:chgData name="Bee Bee" userId="db2ad0fc27c4b2da" providerId="LiveId" clId="{FDE9ED26-AA0C-4A0C-9354-CF8D031E21AD}" dt="2024-03-30T14:37:56.233" v="5864" actId="14100"/>
          <ac:spMkLst>
            <pc:docMk/>
            <pc:sldMk cId="562162220" sldId="302"/>
            <ac:spMk id="10" creationId="{00000000-0000-0000-0000-000000000000}"/>
          </ac:spMkLst>
        </pc:spChg>
        <pc:picChg chg="add mod">
          <ac:chgData name="Bee Bee" userId="db2ad0fc27c4b2da" providerId="LiveId" clId="{FDE9ED26-AA0C-4A0C-9354-CF8D031E21AD}" dt="2024-03-30T11:28:00.124" v="1842" actId="1037"/>
          <ac:picMkLst>
            <pc:docMk/>
            <pc:sldMk cId="562162220" sldId="302"/>
            <ac:picMk id="4" creationId="{15C154B5-989B-C344-B26F-9925078A5760}"/>
          </ac:picMkLst>
        </pc:picChg>
        <pc:picChg chg="mod">
          <ac:chgData name="Bee Bee" userId="db2ad0fc27c4b2da" providerId="LiveId" clId="{FDE9ED26-AA0C-4A0C-9354-CF8D031E21AD}" dt="2024-03-30T14:37:53.333" v="5860" actId="1036"/>
          <ac:picMkLst>
            <pc:docMk/>
            <pc:sldMk cId="562162220" sldId="302"/>
            <ac:picMk id="5" creationId="{00000000-0000-0000-0000-000000000000}"/>
          </ac:picMkLst>
        </pc:picChg>
        <pc:picChg chg="del mod">
          <ac:chgData name="Bee Bee" userId="db2ad0fc27c4b2da" providerId="LiveId" clId="{FDE9ED26-AA0C-4A0C-9354-CF8D031E21AD}" dt="2024-03-30T11:28:05.907" v="1843" actId="21"/>
          <ac:picMkLst>
            <pc:docMk/>
            <pc:sldMk cId="562162220" sldId="302"/>
            <ac:picMk id="8" creationId="{00000000-0000-0000-0000-000000000000}"/>
          </ac:picMkLst>
        </pc:picChg>
      </pc:sldChg>
      <pc:sldChg chg="addSp delSp modSp mod">
        <pc:chgData name="Bee Bee" userId="db2ad0fc27c4b2da" providerId="LiveId" clId="{FDE9ED26-AA0C-4A0C-9354-CF8D031E21AD}" dt="2024-03-30T12:57:56.802" v="3229" actId="20577"/>
        <pc:sldMkLst>
          <pc:docMk/>
          <pc:sldMk cId="1809151567" sldId="303"/>
        </pc:sldMkLst>
        <pc:spChg chg="add mod">
          <ac:chgData name="Bee Bee" userId="db2ad0fc27c4b2da" providerId="LiveId" clId="{FDE9ED26-AA0C-4A0C-9354-CF8D031E21AD}" dt="2024-03-30T11:30:25.907" v="1854"/>
          <ac:spMkLst>
            <pc:docMk/>
            <pc:sldMk cId="1809151567" sldId="303"/>
            <ac:spMk id="3" creationId="{F9998257-FEB5-729C-B358-CD6879A6F193}"/>
          </ac:spMkLst>
        </pc:spChg>
        <pc:spChg chg="mod">
          <ac:chgData name="Bee Bee" userId="db2ad0fc27c4b2da" providerId="LiveId" clId="{FDE9ED26-AA0C-4A0C-9354-CF8D031E21AD}" dt="2024-03-30T12:57:56.802" v="3229" actId="20577"/>
          <ac:spMkLst>
            <pc:docMk/>
            <pc:sldMk cId="1809151567" sldId="303"/>
            <ac:spMk id="6" creationId="{36D49AF0-9410-4771-ACF4-EDE74B53B1BA}"/>
          </ac:spMkLst>
        </pc:spChg>
        <pc:spChg chg="del">
          <ac:chgData name="Bee Bee" userId="db2ad0fc27c4b2da" providerId="LiveId" clId="{FDE9ED26-AA0C-4A0C-9354-CF8D031E21AD}" dt="2024-03-30T11:30:17.780" v="1853" actId="478"/>
          <ac:spMkLst>
            <pc:docMk/>
            <pc:sldMk cId="1809151567" sldId="303"/>
            <ac:spMk id="8" creationId="{36D49AF0-9410-4771-ACF4-EDE74B53B1BA}"/>
          </ac:spMkLst>
        </pc:spChg>
        <pc:spChg chg="del mod topLvl">
          <ac:chgData name="Bee Bee" userId="db2ad0fc27c4b2da" providerId="LiveId" clId="{FDE9ED26-AA0C-4A0C-9354-CF8D031E21AD}" dt="2024-03-30T11:38:48.157" v="2291" actId="478"/>
          <ac:spMkLst>
            <pc:docMk/>
            <pc:sldMk cId="1809151567" sldId="303"/>
            <ac:spMk id="9" creationId="{CBCF1068-E1EE-CEF2-650E-6B5D51C9E808}"/>
          </ac:spMkLst>
        </pc:spChg>
        <pc:spChg chg="mod">
          <ac:chgData name="Bee Bee" userId="db2ad0fc27c4b2da" providerId="LiveId" clId="{FDE9ED26-AA0C-4A0C-9354-CF8D031E21AD}" dt="2024-03-30T11:38:14.367" v="2287" actId="1036"/>
          <ac:spMkLst>
            <pc:docMk/>
            <pc:sldMk cId="1809151567" sldId="303"/>
            <ac:spMk id="10" creationId="{F780D1D7-E999-4CB2-9FA2-FF5BAEA14006}"/>
          </ac:spMkLst>
        </pc:spChg>
        <pc:spChg chg="mod">
          <ac:chgData name="Bee Bee" userId="db2ad0fc27c4b2da" providerId="LiveId" clId="{FDE9ED26-AA0C-4A0C-9354-CF8D031E21AD}" dt="2024-03-30T11:38:14.367" v="2287" actId="1036"/>
          <ac:spMkLst>
            <pc:docMk/>
            <pc:sldMk cId="1809151567" sldId="303"/>
            <ac:spMk id="12" creationId="{F780D1D7-E999-4CB2-9FA2-FF5BAEA14006}"/>
          </ac:spMkLst>
        </pc:spChg>
        <pc:spChg chg="del">
          <ac:chgData name="Bee Bee" userId="db2ad0fc27c4b2da" providerId="LiveId" clId="{FDE9ED26-AA0C-4A0C-9354-CF8D031E21AD}" dt="2024-03-30T11:38:09.100" v="2266" actId="478"/>
          <ac:spMkLst>
            <pc:docMk/>
            <pc:sldMk cId="1809151567" sldId="303"/>
            <ac:spMk id="13" creationId="{30A2B4CC-A2B0-40DC-BE21-8E5FAAEC8C52}"/>
          </ac:spMkLst>
        </pc:spChg>
        <pc:spChg chg="mod topLvl">
          <ac:chgData name="Bee Bee" userId="db2ad0fc27c4b2da" providerId="LiveId" clId="{FDE9ED26-AA0C-4A0C-9354-CF8D031E21AD}" dt="2024-03-30T11:43:23.792" v="2448" actId="207"/>
          <ac:spMkLst>
            <pc:docMk/>
            <pc:sldMk cId="1809151567" sldId="303"/>
            <ac:spMk id="16" creationId="{9C535C48-37A5-C762-01C2-60DB2783B262}"/>
          </ac:spMkLst>
        </pc:spChg>
        <pc:spChg chg="add mod ord">
          <ac:chgData name="Bee Bee" userId="db2ad0fc27c4b2da" providerId="LiveId" clId="{FDE9ED26-AA0C-4A0C-9354-CF8D031E21AD}" dt="2024-03-30T11:41:31.276" v="2368" actId="1037"/>
          <ac:spMkLst>
            <pc:docMk/>
            <pc:sldMk cId="1809151567" sldId="303"/>
            <ac:spMk id="17" creationId="{B38F906B-A548-869D-F006-A7D64702DE29}"/>
          </ac:spMkLst>
        </pc:spChg>
        <pc:spChg chg="add mod">
          <ac:chgData name="Bee Bee" userId="db2ad0fc27c4b2da" providerId="LiveId" clId="{FDE9ED26-AA0C-4A0C-9354-CF8D031E21AD}" dt="2024-03-30T11:42:36.279" v="2441" actId="1035"/>
          <ac:spMkLst>
            <pc:docMk/>
            <pc:sldMk cId="1809151567" sldId="303"/>
            <ac:spMk id="18" creationId="{A03DEDA8-B255-818A-F24E-06B8B974E9AC}"/>
          </ac:spMkLst>
        </pc:spChg>
        <pc:spChg chg="add mod">
          <ac:chgData name="Bee Bee" userId="db2ad0fc27c4b2da" providerId="LiveId" clId="{FDE9ED26-AA0C-4A0C-9354-CF8D031E21AD}" dt="2024-03-30T11:42:50.220" v="2444" actId="1076"/>
          <ac:spMkLst>
            <pc:docMk/>
            <pc:sldMk cId="1809151567" sldId="303"/>
            <ac:spMk id="19" creationId="{FF940F8F-E5D4-BA30-A145-EA16368944C7}"/>
          </ac:spMkLst>
        </pc:spChg>
        <pc:grpChg chg="mod">
          <ac:chgData name="Bee Bee" userId="db2ad0fc27c4b2da" providerId="LiveId" clId="{FDE9ED26-AA0C-4A0C-9354-CF8D031E21AD}" dt="2024-03-30T11:38:14.367" v="2287" actId="1036"/>
          <ac:grpSpMkLst>
            <pc:docMk/>
            <pc:sldMk cId="1809151567" sldId="303"/>
            <ac:grpSpMk id="2" creationId="{00000000-0000-0000-0000-000000000000}"/>
          </ac:grpSpMkLst>
        </pc:grpChg>
        <pc:grpChg chg="add del mod">
          <ac:chgData name="Bee Bee" userId="db2ad0fc27c4b2da" providerId="LiveId" clId="{FDE9ED26-AA0C-4A0C-9354-CF8D031E21AD}" dt="2024-03-30T11:36:57.967" v="2186" actId="165"/>
          <ac:grpSpMkLst>
            <pc:docMk/>
            <pc:sldMk cId="1809151567" sldId="303"/>
            <ac:grpSpMk id="7" creationId="{4B77732B-DA57-58AB-BF82-A00DB4ADFA1D}"/>
          </ac:grpSpMkLst>
        </pc:grpChg>
        <pc:picChg chg="mod">
          <ac:chgData name="Bee Bee" userId="db2ad0fc27c4b2da" providerId="LiveId" clId="{FDE9ED26-AA0C-4A0C-9354-CF8D031E21AD}" dt="2024-03-30T11:38:14.367" v="2287" actId="1036"/>
          <ac:picMkLst>
            <pc:docMk/>
            <pc:sldMk cId="1809151567" sldId="303"/>
            <ac:picMk id="5" creationId="{00000000-0000-0000-0000-000000000000}"/>
          </ac:picMkLst>
        </pc:picChg>
        <pc:picChg chg="mod">
          <ac:chgData name="Bee Bee" userId="db2ad0fc27c4b2da" providerId="LiveId" clId="{FDE9ED26-AA0C-4A0C-9354-CF8D031E21AD}" dt="2024-03-30T11:38:14.367" v="2287" actId="1036"/>
          <ac:picMkLst>
            <pc:docMk/>
            <pc:sldMk cId="1809151567" sldId="303"/>
            <ac:picMk id="11" creationId="{00000000-0000-0000-0000-000000000000}"/>
          </ac:picMkLst>
        </pc:picChg>
        <pc:picChg chg="add mod">
          <ac:chgData name="Bee Bee" userId="db2ad0fc27c4b2da" providerId="LiveId" clId="{FDE9ED26-AA0C-4A0C-9354-CF8D031E21AD}" dt="2024-03-30T11:41:31.276" v="2368" actId="1037"/>
          <ac:picMkLst>
            <pc:docMk/>
            <pc:sldMk cId="1809151567" sldId="303"/>
            <ac:picMk id="1026" creationId="{75BDF1B6-ECE5-7DFC-7420-1CB15847ADAF}"/>
          </ac:picMkLst>
        </pc:picChg>
        <pc:cxnChg chg="add mod">
          <ac:chgData name="Bee Bee" userId="db2ad0fc27c4b2da" providerId="LiveId" clId="{FDE9ED26-AA0C-4A0C-9354-CF8D031E21AD}" dt="2024-03-30T11:30:25.907" v="1854"/>
          <ac:cxnSpMkLst>
            <pc:docMk/>
            <pc:sldMk cId="1809151567" sldId="303"/>
            <ac:cxnSpMk id="4" creationId="{184C64D2-F23F-1179-7259-DA8BF0EC82BB}"/>
          </ac:cxnSpMkLst>
        </pc:cxnChg>
        <pc:cxnChg chg="mod">
          <ac:chgData name="Bee Bee" userId="db2ad0fc27c4b2da" providerId="LiveId" clId="{FDE9ED26-AA0C-4A0C-9354-CF8D031E21AD}" dt="2024-03-30T11:38:14.367" v="2287" actId="1036"/>
          <ac:cxnSpMkLst>
            <pc:docMk/>
            <pc:sldMk cId="1809151567" sldId="303"/>
            <ac:cxnSpMk id="14" creationId="{00000000-0000-0000-0000-000000000000}"/>
          </ac:cxnSpMkLst>
        </pc:cxnChg>
      </pc:sldChg>
      <pc:sldChg chg="del">
        <pc:chgData name="Bee Bee" userId="db2ad0fc27c4b2da" providerId="LiveId" clId="{FDE9ED26-AA0C-4A0C-9354-CF8D031E21AD}" dt="2024-03-30T11:43:38.722" v="2449" actId="47"/>
        <pc:sldMkLst>
          <pc:docMk/>
          <pc:sldMk cId="2938755195" sldId="304"/>
        </pc:sldMkLst>
      </pc:sldChg>
      <pc:sldChg chg="del">
        <pc:chgData name="Bee Bee" userId="db2ad0fc27c4b2da" providerId="LiveId" clId="{FDE9ED26-AA0C-4A0C-9354-CF8D031E21AD}" dt="2024-03-30T13:34:25.921" v="5106" actId="47"/>
        <pc:sldMkLst>
          <pc:docMk/>
          <pc:sldMk cId="1274063935" sldId="305"/>
        </pc:sldMkLst>
      </pc:sldChg>
      <pc:sldChg chg="del">
        <pc:chgData name="Bee Bee" userId="db2ad0fc27c4b2da" providerId="LiveId" clId="{FDE9ED26-AA0C-4A0C-9354-CF8D031E21AD}" dt="2024-03-30T11:53:01.640" v="2720" actId="2696"/>
        <pc:sldMkLst>
          <pc:docMk/>
          <pc:sldMk cId="2569895742" sldId="306"/>
        </pc:sldMkLst>
      </pc:sldChg>
      <pc:sldChg chg="addSp delSp modSp add mod">
        <pc:chgData name="Bee Bee" userId="db2ad0fc27c4b2da" providerId="LiveId" clId="{FDE9ED26-AA0C-4A0C-9354-CF8D031E21AD}" dt="2024-03-30T13:26:21.748" v="4755" actId="20577"/>
        <pc:sldMkLst>
          <pc:docMk/>
          <pc:sldMk cId="3217773186" sldId="306"/>
        </pc:sldMkLst>
        <pc:spChg chg="mod">
          <ac:chgData name="Bee Bee" userId="db2ad0fc27c4b2da" providerId="LiveId" clId="{FDE9ED26-AA0C-4A0C-9354-CF8D031E21AD}" dt="2024-03-30T13:26:21.748" v="4755" actId="20577"/>
          <ac:spMkLst>
            <pc:docMk/>
            <pc:sldMk cId="3217773186" sldId="306"/>
            <ac:spMk id="5" creationId="{30A2B4CC-A2B0-40DC-BE21-8E5FAAEC8C52}"/>
          </ac:spMkLst>
        </pc:spChg>
        <pc:spChg chg="mod">
          <ac:chgData name="Bee Bee" userId="db2ad0fc27c4b2da" providerId="LiveId" clId="{FDE9ED26-AA0C-4A0C-9354-CF8D031E21AD}" dt="2024-03-30T13:16:46.241" v="4497" actId="1076"/>
          <ac:spMkLst>
            <pc:docMk/>
            <pc:sldMk cId="3217773186" sldId="306"/>
            <ac:spMk id="6" creationId="{30A2B4CC-A2B0-40DC-BE21-8E5FAAEC8C52}"/>
          </ac:spMkLst>
        </pc:spChg>
        <pc:spChg chg="add mod">
          <ac:chgData name="Bee Bee" userId="db2ad0fc27c4b2da" providerId="LiveId" clId="{FDE9ED26-AA0C-4A0C-9354-CF8D031E21AD}" dt="2024-03-30T13:25:20.572" v="4746" actId="1036"/>
          <ac:spMkLst>
            <pc:docMk/>
            <pc:sldMk cId="3217773186" sldId="306"/>
            <ac:spMk id="11" creationId="{BEB0EEBF-A105-BE4B-0E24-5FC99952556F}"/>
          </ac:spMkLst>
        </pc:spChg>
        <pc:picChg chg="add del mod">
          <ac:chgData name="Bee Bee" userId="db2ad0fc27c4b2da" providerId="LiveId" clId="{FDE9ED26-AA0C-4A0C-9354-CF8D031E21AD}" dt="2024-03-30T13:15:41.141" v="4481" actId="478"/>
          <ac:picMkLst>
            <pc:docMk/>
            <pc:sldMk cId="3217773186" sldId="306"/>
            <ac:picMk id="4" creationId="{A738DDF0-67ED-51C6-05DC-1276F1BF58D2}"/>
          </ac:picMkLst>
        </pc:picChg>
        <pc:picChg chg="add del mod">
          <ac:chgData name="Bee Bee" userId="db2ad0fc27c4b2da" providerId="LiveId" clId="{FDE9ED26-AA0C-4A0C-9354-CF8D031E21AD}" dt="2024-03-30T12:46:53.353" v="2795" actId="21"/>
          <ac:picMkLst>
            <pc:docMk/>
            <pc:sldMk cId="3217773186" sldId="306"/>
            <ac:picMk id="9" creationId="{82A6154C-1A4A-FAB7-2114-0233A98FAAA6}"/>
          </ac:picMkLst>
        </pc:picChg>
        <pc:picChg chg="add del mod">
          <ac:chgData name="Bee Bee" userId="db2ad0fc27c4b2da" providerId="LiveId" clId="{FDE9ED26-AA0C-4A0C-9354-CF8D031E21AD}" dt="2024-03-30T12:46:53.353" v="2795" actId="21"/>
          <ac:picMkLst>
            <pc:docMk/>
            <pc:sldMk cId="3217773186" sldId="306"/>
            <ac:picMk id="10" creationId="{BAA9789B-5596-B03B-D9DE-BFEB48A0CC1D}"/>
          </ac:picMkLst>
        </pc:picChg>
      </pc:sldChg>
      <pc:sldChg chg="addSp delSp modSp add mod">
        <pc:chgData name="Bee Bee" userId="db2ad0fc27c4b2da" providerId="LiveId" clId="{FDE9ED26-AA0C-4A0C-9354-CF8D031E21AD}" dt="2024-03-30T13:16:55.941" v="4499" actId="1076"/>
        <pc:sldMkLst>
          <pc:docMk/>
          <pc:sldMk cId="1717566251" sldId="307"/>
        </pc:sldMkLst>
        <pc:spChg chg="add mod">
          <ac:chgData name="Bee Bee" userId="db2ad0fc27c4b2da" providerId="LiveId" clId="{FDE9ED26-AA0C-4A0C-9354-CF8D031E21AD}" dt="2024-03-30T13:16:49.941" v="4498"/>
          <ac:spMkLst>
            <pc:docMk/>
            <pc:sldMk cId="1717566251" sldId="307"/>
            <ac:spMk id="4" creationId="{1E6FD390-0D9D-1DB6-2B93-71C6F0E80881}"/>
          </ac:spMkLst>
        </pc:spChg>
        <pc:spChg chg="mod">
          <ac:chgData name="Bee Bee" userId="db2ad0fc27c4b2da" providerId="LiveId" clId="{FDE9ED26-AA0C-4A0C-9354-CF8D031E21AD}" dt="2024-03-30T13:16:55.941" v="4499" actId="1076"/>
          <ac:spMkLst>
            <pc:docMk/>
            <pc:sldMk cId="1717566251" sldId="307"/>
            <ac:spMk id="6" creationId="{30A2B4CC-A2B0-40DC-BE21-8E5FAAEC8C52}"/>
          </ac:spMkLst>
        </pc:spChg>
        <pc:picChg chg="add del mod">
          <ac:chgData name="Bee Bee" userId="db2ad0fc27c4b2da" providerId="LiveId" clId="{FDE9ED26-AA0C-4A0C-9354-CF8D031E21AD}" dt="2024-03-30T13:15:46.011" v="4482" actId="478"/>
          <ac:picMkLst>
            <pc:docMk/>
            <pc:sldMk cId="1717566251" sldId="307"/>
            <ac:picMk id="9" creationId="{82A6154C-1A4A-FAB7-2114-0233A98FAAA6}"/>
          </ac:picMkLst>
        </pc:picChg>
        <pc:picChg chg="add del mod">
          <ac:chgData name="Bee Bee" userId="db2ad0fc27c4b2da" providerId="LiveId" clId="{FDE9ED26-AA0C-4A0C-9354-CF8D031E21AD}" dt="2024-03-30T12:58:38.872" v="3230" actId="21"/>
          <ac:picMkLst>
            <pc:docMk/>
            <pc:sldMk cId="1717566251" sldId="307"/>
            <ac:picMk id="10" creationId="{BAA9789B-5596-B03B-D9DE-BFEB48A0CC1D}"/>
          </ac:picMkLst>
        </pc:picChg>
      </pc:sldChg>
      <pc:sldChg chg="del">
        <pc:chgData name="Bee Bee" userId="db2ad0fc27c4b2da" providerId="LiveId" clId="{FDE9ED26-AA0C-4A0C-9354-CF8D031E21AD}" dt="2024-03-30T11:53:01.640" v="2720" actId="2696"/>
        <pc:sldMkLst>
          <pc:docMk/>
          <pc:sldMk cId="2090010390" sldId="307"/>
        </pc:sldMkLst>
      </pc:sldChg>
      <pc:sldChg chg="addSp delSp modSp add mod">
        <pc:chgData name="Bee Bee" userId="db2ad0fc27c4b2da" providerId="LiveId" clId="{FDE9ED26-AA0C-4A0C-9354-CF8D031E21AD}" dt="2024-03-30T13:17:16.832" v="4535" actId="113"/>
        <pc:sldMkLst>
          <pc:docMk/>
          <pc:sldMk cId="1269976723" sldId="308"/>
        </pc:sldMkLst>
        <pc:spChg chg="mod">
          <ac:chgData name="Bee Bee" userId="db2ad0fc27c4b2da" providerId="LiveId" clId="{FDE9ED26-AA0C-4A0C-9354-CF8D031E21AD}" dt="2024-03-30T13:17:16.832" v="4535" actId="113"/>
          <ac:spMkLst>
            <pc:docMk/>
            <pc:sldMk cId="1269976723" sldId="308"/>
            <ac:spMk id="5" creationId="{30A2B4CC-A2B0-40DC-BE21-8E5FAAEC8C52}"/>
          </ac:spMkLst>
        </pc:spChg>
        <pc:spChg chg="del">
          <ac:chgData name="Bee Bee" userId="db2ad0fc27c4b2da" providerId="LiveId" clId="{FDE9ED26-AA0C-4A0C-9354-CF8D031E21AD}" dt="2024-03-30T12:59:16.882" v="3284" actId="478"/>
          <ac:spMkLst>
            <pc:docMk/>
            <pc:sldMk cId="1269976723" sldId="308"/>
            <ac:spMk id="6" creationId="{30A2B4CC-A2B0-40DC-BE21-8E5FAAEC8C52}"/>
          </ac:spMkLst>
        </pc:spChg>
        <pc:spChg chg="mod">
          <ac:chgData name="Bee Bee" userId="db2ad0fc27c4b2da" providerId="LiveId" clId="{FDE9ED26-AA0C-4A0C-9354-CF8D031E21AD}" dt="2024-03-30T12:59:30.412" v="3308" actId="1038"/>
          <ac:spMkLst>
            <pc:docMk/>
            <pc:sldMk cId="1269976723" sldId="308"/>
            <ac:spMk id="7" creationId="{F780D1D7-E999-4CB2-9FA2-FF5BAEA14006}"/>
          </ac:spMkLst>
        </pc:spChg>
        <pc:spChg chg="mod">
          <ac:chgData name="Bee Bee" userId="db2ad0fc27c4b2da" providerId="LiveId" clId="{FDE9ED26-AA0C-4A0C-9354-CF8D031E21AD}" dt="2024-03-30T12:59:30.412" v="3308" actId="1038"/>
          <ac:spMkLst>
            <pc:docMk/>
            <pc:sldMk cId="1269976723" sldId="308"/>
            <ac:spMk id="8" creationId="{F780D1D7-E999-4CB2-9FA2-FF5BAEA14006}"/>
          </ac:spMkLst>
        </pc:spChg>
        <pc:spChg chg="mod">
          <ac:chgData name="Bee Bee" userId="db2ad0fc27c4b2da" providerId="LiveId" clId="{FDE9ED26-AA0C-4A0C-9354-CF8D031E21AD}" dt="2024-03-30T12:59:30.412" v="3308" actId="1038"/>
          <ac:spMkLst>
            <pc:docMk/>
            <pc:sldMk cId="1269976723" sldId="308"/>
            <ac:spMk id="9" creationId="{F780D1D7-E999-4CB2-9FA2-FF5BAEA14006}"/>
          </ac:spMkLst>
        </pc:spChg>
        <pc:spChg chg="del">
          <ac:chgData name="Bee Bee" userId="db2ad0fc27c4b2da" providerId="LiveId" clId="{FDE9ED26-AA0C-4A0C-9354-CF8D031E21AD}" dt="2024-03-30T13:00:15.924" v="3427" actId="478"/>
          <ac:spMkLst>
            <pc:docMk/>
            <pc:sldMk cId="1269976723" sldId="308"/>
            <ac:spMk id="10" creationId="{30A2B4CC-A2B0-40DC-BE21-8E5FAAEC8C52}"/>
          </ac:spMkLst>
        </pc:spChg>
        <pc:spChg chg="add mod">
          <ac:chgData name="Bee Bee" userId="db2ad0fc27c4b2da" providerId="LiveId" clId="{FDE9ED26-AA0C-4A0C-9354-CF8D031E21AD}" dt="2024-03-30T13:00:54.375" v="3485" actId="1076"/>
          <ac:spMkLst>
            <pc:docMk/>
            <pc:sldMk cId="1269976723" sldId="308"/>
            <ac:spMk id="12" creationId="{47DCE1DE-B27E-5E13-21F0-8F46FAF5F256}"/>
          </ac:spMkLst>
        </pc:spChg>
        <pc:spChg chg="add mod">
          <ac:chgData name="Bee Bee" userId="db2ad0fc27c4b2da" providerId="LiveId" clId="{FDE9ED26-AA0C-4A0C-9354-CF8D031E21AD}" dt="2024-03-30T13:00:54.375" v="3485" actId="1076"/>
          <ac:spMkLst>
            <pc:docMk/>
            <pc:sldMk cId="1269976723" sldId="308"/>
            <ac:spMk id="13" creationId="{59B001E9-1885-E2F7-490B-69A9F61C4894}"/>
          </ac:spMkLst>
        </pc:spChg>
        <pc:spChg chg="add mod">
          <ac:chgData name="Bee Bee" userId="db2ad0fc27c4b2da" providerId="LiveId" clId="{FDE9ED26-AA0C-4A0C-9354-CF8D031E21AD}" dt="2024-03-30T13:17:11.321" v="4534" actId="1035"/>
          <ac:spMkLst>
            <pc:docMk/>
            <pc:sldMk cId="1269976723" sldId="308"/>
            <ac:spMk id="14" creationId="{813C55BB-B9F4-E465-4743-0B79053DE4C3}"/>
          </ac:spMkLst>
        </pc:spChg>
        <pc:picChg chg="mod">
          <ac:chgData name="Bee Bee" userId="db2ad0fc27c4b2da" providerId="LiveId" clId="{FDE9ED26-AA0C-4A0C-9354-CF8D031E21AD}" dt="2024-03-30T12:59:30.412" v="3308" actId="1038"/>
          <ac:picMkLst>
            <pc:docMk/>
            <pc:sldMk cId="1269976723" sldId="308"/>
            <ac:picMk id="2" creationId="{00000000-0000-0000-0000-000000000000}"/>
          </ac:picMkLst>
        </pc:picChg>
        <pc:picChg chg="add del mod">
          <ac:chgData name="Bee Bee" userId="db2ad0fc27c4b2da" providerId="LiveId" clId="{FDE9ED26-AA0C-4A0C-9354-CF8D031E21AD}" dt="2024-03-30T13:15:50.121" v="4483" actId="478"/>
          <ac:picMkLst>
            <pc:docMk/>
            <pc:sldMk cId="1269976723" sldId="308"/>
            <ac:picMk id="11" creationId="{BAA9789B-5596-B03B-D9DE-BFEB48A0CC1D}"/>
          </ac:picMkLst>
        </pc:picChg>
      </pc:sldChg>
      <pc:sldChg chg="del">
        <pc:chgData name="Bee Bee" userId="db2ad0fc27c4b2da" providerId="LiveId" clId="{FDE9ED26-AA0C-4A0C-9354-CF8D031E21AD}" dt="2024-03-30T11:53:01.640" v="2720" actId="2696"/>
        <pc:sldMkLst>
          <pc:docMk/>
          <pc:sldMk cId="2121931480" sldId="308"/>
        </pc:sldMkLst>
      </pc:sldChg>
      <pc:sldChg chg="addSp delSp modSp add mod">
        <pc:chgData name="Bee Bee" userId="db2ad0fc27c4b2da" providerId="LiveId" clId="{FDE9ED26-AA0C-4A0C-9354-CF8D031E21AD}" dt="2024-03-30T13:17:39.771" v="4555" actId="113"/>
        <pc:sldMkLst>
          <pc:docMk/>
          <pc:sldMk cId="3014314223" sldId="309"/>
        </pc:sldMkLst>
        <pc:spChg chg="mod">
          <ac:chgData name="Bee Bee" userId="db2ad0fc27c4b2da" providerId="LiveId" clId="{FDE9ED26-AA0C-4A0C-9354-CF8D031E21AD}" dt="2024-03-30T13:08:54.073" v="4250" actId="1036"/>
          <ac:spMkLst>
            <pc:docMk/>
            <pc:sldMk cId="3014314223" sldId="309"/>
            <ac:spMk id="5" creationId="{F780D1D7-E999-4CB2-9FA2-FF5BAEA14006}"/>
          </ac:spMkLst>
        </pc:spChg>
        <pc:spChg chg="mod">
          <ac:chgData name="Bee Bee" userId="db2ad0fc27c4b2da" providerId="LiveId" clId="{FDE9ED26-AA0C-4A0C-9354-CF8D031E21AD}" dt="2024-03-30T13:08:54.073" v="4250" actId="1036"/>
          <ac:spMkLst>
            <pc:docMk/>
            <pc:sldMk cId="3014314223" sldId="309"/>
            <ac:spMk id="6" creationId="{F780D1D7-E999-4CB2-9FA2-FF5BAEA14006}"/>
          </ac:spMkLst>
        </pc:spChg>
        <pc:spChg chg="mod">
          <ac:chgData name="Bee Bee" userId="db2ad0fc27c4b2da" providerId="LiveId" clId="{FDE9ED26-AA0C-4A0C-9354-CF8D031E21AD}" dt="2024-03-30T13:02:08.803" v="3514" actId="1076"/>
          <ac:spMkLst>
            <pc:docMk/>
            <pc:sldMk cId="3014314223" sldId="309"/>
            <ac:spMk id="7" creationId="{30A2B4CC-A2B0-40DC-BE21-8E5FAAEC8C52}"/>
          </ac:spMkLst>
        </pc:spChg>
        <pc:spChg chg="mod">
          <ac:chgData name="Bee Bee" userId="db2ad0fc27c4b2da" providerId="LiveId" clId="{FDE9ED26-AA0C-4A0C-9354-CF8D031E21AD}" dt="2024-03-30T13:12:46.557" v="4415" actId="1076"/>
          <ac:spMkLst>
            <pc:docMk/>
            <pc:sldMk cId="3014314223" sldId="309"/>
            <ac:spMk id="8" creationId="{30A2B4CC-A2B0-40DC-BE21-8E5FAAEC8C52}"/>
          </ac:spMkLst>
        </pc:spChg>
        <pc:spChg chg="del mod">
          <ac:chgData name="Bee Bee" userId="db2ad0fc27c4b2da" providerId="LiveId" clId="{FDE9ED26-AA0C-4A0C-9354-CF8D031E21AD}" dt="2024-03-30T13:08:33.793" v="4221" actId="21"/>
          <ac:spMkLst>
            <pc:docMk/>
            <pc:sldMk cId="3014314223" sldId="309"/>
            <ac:spMk id="9" creationId="{30A2B4CC-A2B0-40DC-BE21-8E5FAAEC8C52}"/>
          </ac:spMkLst>
        </pc:spChg>
        <pc:spChg chg="add mod">
          <ac:chgData name="Bee Bee" userId="db2ad0fc27c4b2da" providerId="LiveId" clId="{FDE9ED26-AA0C-4A0C-9354-CF8D031E21AD}" dt="2024-03-30T13:17:39.771" v="4555" actId="113"/>
          <ac:spMkLst>
            <pc:docMk/>
            <pc:sldMk cId="3014314223" sldId="309"/>
            <ac:spMk id="11" creationId="{14EE7FE7-239E-632E-36B2-D3257DE07F64}"/>
          </ac:spMkLst>
        </pc:spChg>
        <pc:spChg chg="add mod">
          <ac:chgData name="Bee Bee" userId="db2ad0fc27c4b2da" providerId="LiveId" clId="{FDE9ED26-AA0C-4A0C-9354-CF8D031E21AD}" dt="2024-03-30T13:09:13.335" v="4325" actId="1035"/>
          <ac:spMkLst>
            <pc:docMk/>
            <pc:sldMk cId="3014314223" sldId="309"/>
            <ac:spMk id="12" creationId="{41B86D66-4012-F52F-BBCD-93FF06A1AEB6}"/>
          </ac:spMkLst>
        </pc:spChg>
        <pc:spChg chg="add mod">
          <ac:chgData name="Bee Bee" userId="db2ad0fc27c4b2da" providerId="LiveId" clId="{FDE9ED26-AA0C-4A0C-9354-CF8D031E21AD}" dt="2024-03-30T13:09:24.247" v="4369" actId="1036"/>
          <ac:spMkLst>
            <pc:docMk/>
            <pc:sldMk cId="3014314223" sldId="309"/>
            <ac:spMk id="13" creationId="{10811F91-7F1C-F157-993B-F89424959E1D}"/>
          </ac:spMkLst>
        </pc:spChg>
        <pc:spChg chg="add mod">
          <ac:chgData name="Bee Bee" userId="db2ad0fc27c4b2da" providerId="LiveId" clId="{FDE9ED26-AA0C-4A0C-9354-CF8D031E21AD}" dt="2024-03-30T13:09:32.839" v="4371" actId="1076"/>
          <ac:spMkLst>
            <pc:docMk/>
            <pc:sldMk cId="3014314223" sldId="309"/>
            <ac:spMk id="14" creationId="{D002D2A5-0EA9-5141-3A23-0309D0D1825A}"/>
          </ac:spMkLst>
        </pc:spChg>
        <pc:spChg chg="add mod">
          <ac:chgData name="Bee Bee" userId="db2ad0fc27c4b2da" providerId="LiveId" clId="{FDE9ED26-AA0C-4A0C-9354-CF8D031E21AD}" dt="2024-03-30T13:09:59.837" v="4378" actId="1076"/>
          <ac:spMkLst>
            <pc:docMk/>
            <pc:sldMk cId="3014314223" sldId="309"/>
            <ac:spMk id="15" creationId="{C0FE1965-121A-163C-17C5-02118A816433}"/>
          </ac:spMkLst>
        </pc:spChg>
        <pc:spChg chg="add mod">
          <ac:chgData name="Bee Bee" userId="db2ad0fc27c4b2da" providerId="LiveId" clId="{FDE9ED26-AA0C-4A0C-9354-CF8D031E21AD}" dt="2024-03-30T13:10:15.267" v="4381" actId="1076"/>
          <ac:spMkLst>
            <pc:docMk/>
            <pc:sldMk cId="3014314223" sldId="309"/>
            <ac:spMk id="16" creationId="{83D832A9-BFC3-1FE9-12E4-FA90BCBD3F2E}"/>
          </ac:spMkLst>
        </pc:spChg>
        <pc:spChg chg="add mod">
          <ac:chgData name="Bee Bee" userId="db2ad0fc27c4b2da" providerId="LiveId" clId="{FDE9ED26-AA0C-4A0C-9354-CF8D031E21AD}" dt="2024-03-30T13:17:34.101" v="4554" actId="1037"/>
          <ac:spMkLst>
            <pc:docMk/>
            <pc:sldMk cId="3014314223" sldId="309"/>
            <ac:spMk id="18" creationId="{C0332F18-2F6F-51B7-B9B8-16F29CC39265}"/>
          </ac:spMkLst>
        </pc:spChg>
        <pc:picChg chg="mod">
          <ac:chgData name="Bee Bee" userId="db2ad0fc27c4b2da" providerId="LiveId" clId="{FDE9ED26-AA0C-4A0C-9354-CF8D031E21AD}" dt="2024-03-30T13:08:54.073" v="4250" actId="1036"/>
          <ac:picMkLst>
            <pc:docMk/>
            <pc:sldMk cId="3014314223" sldId="309"/>
            <ac:picMk id="2" creationId="{00000000-0000-0000-0000-000000000000}"/>
          </ac:picMkLst>
        </pc:picChg>
        <pc:picChg chg="mod">
          <ac:chgData name="Bee Bee" userId="db2ad0fc27c4b2da" providerId="LiveId" clId="{FDE9ED26-AA0C-4A0C-9354-CF8D031E21AD}" dt="2024-03-30T13:12:46.557" v="4415" actId="1076"/>
          <ac:picMkLst>
            <pc:docMk/>
            <pc:sldMk cId="3014314223" sldId="309"/>
            <ac:picMk id="10" creationId="{00000000-0000-0000-0000-000000000000}"/>
          </ac:picMkLst>
        </pc:picChg>
        <pc:picChg chg="add del mod">
          <ac:chgData name="Bee Bee" userId="db2ad0fc27c4b2da" providerId="LiveId" clId="{FDE9ED26-AA0C-4A0C-9354-CF8D031E21AD}" dt="2024-03-30T13:15:54.181" v="4484" actId="478"/>
          <ac:picMkLst>
            <pc:docMk/>
            <pc:sldMk cId="3014314223" sldId="309"/>
            <ac:picMk id="17" creationId="{28585401-130D-B09C-5F6A-A5DB2F19CE19}"/>
          </ac:picMkLst>
        </pc:picChg>
        <pc:picChg chg="add mod">
          <ac:chgData name="Bee Bee" userId="db2ad0fc27c4b2da" providerId="LiveId" clId="{FDE9ED26-AA0C-4A0C-9354-CF8D031E21AD}" dt="2024-03-30T13:12:39.537" v="4414" actId="1076"/>
          <ac:picMkLst>
            <pc:docMk/>
            <pc:sldMk cId="3014314223" sldId="309"/>
            <ac:picMk id="3074" creationId="{7F25A099-063A-B938-1F7F-23C950C8E4C7}"/>
          </ac:picMkLst>
        </pc:picChg>
      </pc:sldChg>
      <pc:sldChg chg="del">
        <pc:chgData name="Bee Bee" userId="db2ad0fc27c4b2da" providerId="LiveId" clId="{FDE9ED26-AA0C-4A0C-9354-CF8D031E21AD}" dt="2024-03-30T11:53:01.640" v="2720" actId="2696"/>
        <pc:sldMkLst>
          <pc:docMk/>
          <pc:sldMk cId="3824032961" sldId="309"/>
        </pc:sldMkLst>
      </pc:sldChg>
      <pc:sldChg chg="del">
        <pc:chgData name="Bee Bee" userId="db2ad0fc27c4b2da" providerId="LiveId" clId="{FDE9ED26-AA0C-4A0C-9354-CF8D031E21AD}" dt="2024-03-30T11:53:01.640" v="2720" actId="2696"/>
        <pc:sldMkLst>
          <pc:docMk/>
          <pc:sldMk cId="2396823433" sldId="310"/>
        </pc:sldMkLst>
      </pc:sldChg>
      <pc:sldChg chg="addSp modSp add mod">
        <pc:chgData name="Bee Bee" userId="db2ad0fc27c4b2da" providerId="LiveId" clId="{FDE9ED26-AA0C-4A0C-9354-CF8D031E21AD}" dt="2024-03-30T13:19:38.240" v="4662" actId="20577"/>
        <pc:sldMkLst>
          <pc:docMk/>
          <pc:sldMk cId="4031311847" sldId="310"/>
        </pc:sldMkLst>
        <pc:spChg chg="mod">
          <ac:chgData name="Bee Bee" userId="db2ad0fc27c4b2da" providerId="LiveId" clId="{FDE9ED26-AA0C-4A0C-9354-CF8D031E21AD}" dt="2024-03-30T13:18:36.950" v="4601" actId="1036"/>
          <ac:spMkLst>
            <pc:docMk/>
            <pc:sldMk cId="4031311847" sldId="310"/>
            <ac:spMk id="5" creationId="{F780D1D7-E999-4CB2-9FA2-FF5BAEA14006}"/>
          </ac:spMkLst>
        </pc:spChg>
        <pc:spChg chg="mod">
          <ac:chgData name="Bee Bee" userId="db2ad0fc27c4b2da" providerId="LiveId" clId="{FDE9ED26-AA0C-4A0C-9354-CF8D031E21AD}" dt="2024-03-30T13:18:36.950" v="4601" actId="1036"/>
          <ac:spMkLst>
            <pc:docMk/>
            <pc:sldMk cId="4031311847" sldId="310"/>
            <ac:spMk id="6" creationId="{00000000-0000-0000-0000-000000000000}"/>
          </ac:spMkLst>
        </pc:spChg>
        <pc:spChg chg="mod">
          <ac:chgData name="Bee Bee" userId="db2ad0fc27c4b2da" providerId="LiveId" clId="{FDE9ED26-AA0C-4A0C-9354-CF8D031E21AD}" dt="2024-03-30T13:18:36.950" v="4601" actId="1036"/>
          <ac:spMkLst>
            <pc:docMk/>
            <pc:sldMk cId="4031311847" sldId="310"/>
            <ac:spMk id="7" creationId="{30A2B4CC-A2B0-40DC-BE21-8E5FAAEC8C52}"/>
          </ac:spMkLst>
        </pc:spChg>
        <pc:spChg chg="add mod">
          <ac:chgData name="Bee Bee" userId="db2ad0fc27c4b2da" providerId="LiveId" clId="{FDE9ED26-AA0C-4A0C-9354-CF8D031E21AD}" dt="2024-03-30T13:17:53.821" v="4559" actId="1076"/>
          <ac:spMkLst>
            <pc:docMk/>
            <pc:sldMk cId="4031311847" sldId="310"/>
            <ac:spMk id="8" creationId="{CF62EB94-D411-C492-C517-B603C432C176}"/>
          </ac:spMkLst>
        </pc:spChg>
        <pc:spChg chg="add mod">
          <ac:chgData name="Bee Bee" userId="db2ad0fc27c4b2da" providerId="LiveId" clId="{FDE9ED26-AA0C-4A0C-9354-CF8D031E21AD}" dt="2024-03-30T13:19:38.240" v="4662" actId="20577"/>
          <ac:spMkLst>
            <pc:docMk/>
            <pc:sldMk cId="4031311847" sldId="310"/>
            <ac:spMk id="9" creationId="{30A2B4CC-A2B0-40DC-BE21-8E5FAAEC8C52}"/>
          </ac:spMkLst>
        </pc:spChg>
        <pc:picChg chg="mod">
          <ac:chgData name="Bee Bee" userId="db2ad0fc27c4b2da" providerId="LiveId" clId="{FDE9ED26-AA0C-4A0C-9354-CF8D031E21AD}" dt="2024-03-30T13:18:36.950" v="4601" actId="1036"/>
          <ac:picMkLst>
            <pc:docMk/>
            <pc:sldMk cId="4031311847" sldId="310"/>
            <ac:picMk id="4" creationId="{00000000-0000-0000-0000-000000000000}"/>
          </ac:picMkLst>
        </pc:picChg>
        <pc:cxnChg chg="mod">
          <ac:chgData name="Bee Bee" userId="db2ad0fc27c4b2da" providerId="LiveId" clId="{FDE9ED26-AA0C-4A0C-9354-CF8D031E21AD}" dt="2024-03-30T13:13:53.717" v="4421" actId="1076"/>
          <ac:cxnSpMkLst>
            <pc:docMk/>
            <pc:sldMk cId="4031311847" sldId="310"/>
            <ac:cxnSpMk id="3" creationId="{00000000-0000-0000-0000-000000000000}"/>
          </ac:cxnSpMkLst>
        </pc:cxnChg>
      </pc:sldChg>
      <pc:sldChg chg="del">
        <pc:chgData name="Bee Bee" userId="db2ad0fc27c4b2da" providerId="LiveId" clId="{FDE9ED26-AA0C-4A0C-9354-CF8D031E21AD}" dt="2024-03-30T11:53:01.640" v="2720" actId="2696"/>
        <pc:sldMkLst>
          <pc:docMk/>
          <pc:sldMk cId="2620316032" sldId="311"/>
        </pc:sldMkLst>
      </pc:sldChg>
      <pc:sldChg chg="addSp delSp modSp add mod">
        <pc:chgData name="Bee Bee" userId="db2ad0fc27c4b2da" providerId="LiveId" clId="{FDE9ED26-AA0C-4A0C-9354-CF8D031E21AD}" dt="2024-03-30T13:34:02.541" v="5102" actId="1076"/>
        <pc:sldMkLst>
          <pc:docMk/>
          <pc:sldMk cId="3360542097" sldId="311"/>
        </pc:sldMkLst>
        <pc:spChg chg="del mod">
          <ac:chgData name="Bee Bee" userId="db2ad0fc27c4b2da" providerId="LiveId" clId="{FDE9ED26-AA0C-4A0C-9354-CF8D031E21AD}" dt="2024-03-30T13:30:11.682" v="4931" actId="478"/>
          <ac:spMkLst>
            <pc:docMk/>
            <pc:sldMk cId="3360542097" sldId="311"/>
            <ac:spMk id="5" creationId="{30A2B4CC-A2B0-40DC-BE21-8E5FAAEC8C52}"/>
          </ac:spMkLst>
        </pc:spChg>
        <pc:spChg chg="mod">
          <ac:chgData name="Bee Bee" userId="db2ad0fc27c4b2da" providerId="LiveId" clId="{FDE9ED26-AA0C-4A0C-9354-CF8D031E21AD}" dt="2024-03-30T13:31:30.712" v="5068" actId="1037"/>
          <ac:spMkLst>
            <pc:docMk/>
            <pc:sldMk cId="3360542097" sldId="311"/>
            <ac:spMk id="6" creationId="{F780D1D7-E999-4CB2-9FA2-FF5BAEA14006}"/>
          </ac:spMkLst>
        </pc:spChg>
        <pc:spChg chg="mod">
          <ac:chgData name="Bee Bee" userId="db2ad0fc27c4b2da" providerId="LiveId" clId="{FDE9ED26-AA0C-4A0C-9354-CF8D031E21AD}" dt="2024-03-30T13:31:30.712" v="5068" actId="1037"/>
          <ac:spMkLst>
            <pc:docMk/>
            <pc:sldMk cId="3360542097" sldId="311"/>
            <ac:spMk id="7" creationId="{F780D1D7-E999-4CB2-9FA2-FF5BAEA14006}"/>
          </ac:spMkLst>
        </pc:spChg>
        <pc:spChg chg="mod">
          <ac:chgData name="Bee Bee" userId="db2ad0fc27c4b2da" providerId="LiveId" clId="{FDE9ED26-AA0C-4A0C-9354-CF8D031E21AD}" dt="2024-03-30T13:31:30.712" v="5068" actId="1037"/>
          <ac:spMkLst>
            <pc:docMk/>
            <pc:sldMk cId="3360542097" sldId="311"/>
            <ac:spMk id="8" creationId="{F780D1D7-E999-4CB2-9FA2-FF5BAEA14006}"/>
          </ac:spMkLst>
        </pc:spChg>
        <pc:spChg chg="add del mod">
          <ac:chgData name="Bee Bee" userId="db2ad0fc27c4b2da" providerId="LiveId" clId="{FDE9ED26-AA0C-4A0C-9354-CF8D031E21AD}" dt="2024-03-30T13:22:35.070" v="4666" actId="478"/>
          <ac:spMkLst>
            <pc:docMk/>
            <pc:sldMk cId="3360542097" sldId="311"/>
            <ac:spMk id="9" creationId="{B3592B8C-D5F4-34EB-5F5C-1C7E606491C6}"/>
          </ac:spMkLst>
        </pc:spChg>
        <pc:spChg chg="add mod">
          <ac:chgData name="Bee Bee" userId="db2ad0fc27c4b2da" providerId="LiveId" clId="{FDE9ED26-AA0C-4A0C-9354-CF8D031E21AD}" dt="2024-03-30T13:24:07.340" v="4737" actId="14100"/>
          <ac:spMkLst>
            <pc:docMk/>
            <pc:sldMk cId="3360542097" sldId="311"/>
            <ac:spMk id="10" creationId="{18FCB427-1622-719D-73AC-6AC8121C1B2A}"/>
          </ac:spMkLst>
        </pc:spChg>
        <pc:spChg chg="add mod">
          <ac:chgData name="Bee Bee" userId="db2ad0fc27c4b2da" providerId="LiveId" clId="{FDE9ED26-AA0C-4A0C-9354-CF8D031E21AD}" dt="2024-03-30T13:31:24.572" v="5053" actId="14100"/>
          <ac:spMkLst>
            <pc:docMk/>
            <pc:sldMk cId="3360542097" sldId="311"/>
            <ac:spMk id="11" creationId="{7C46168A-F0DD-C8EE-EC42-9CAB80024373}"/>
          </ac:spMkLst>
        </pc:spChg>
        <pc:spChg chg="add mod">
          <ac:chgData name="Bee Bee" userId="db2ad0fc27c4b2da" providerId="LiveId" clId="{FDE9ED26-AA0C-4A0C-9354-CF8D031E21AD}" dt="2024-03-30T13:30:32.211" v="4944" actId="1035"/>
          <ac:spMkLst>
            <pc:docMk/>
            <pc:sldMk cId="3360542097" sldId="311"/>
            <ac:spMk id="12" creationId="{DB4673A9-43D9-0513-70DE-50657EEEA897}"/>
          </ac:spMkLst>
        </pc:spChg>
        <pc:spChg chg="add del mod">
          <ac:chgData name="Bee Bee" userId="db2ad0fc27c4b2da" providerId="LiveId" clId="{FDE9ED26-AA0C-4A0C-9354-CF8D031E21AD}" dt="2024-03-30T13:30:55.733" v="5018" actId="14100"/>
          <ac:spMkLst>
            <pc:docMk/>
            <pc:sldMk cId="3360542097" sldId="311"/>
            <ac:spMk id="13" creationId="{D71E1A97-E1B3-3D20-6018-B08325C19CCC}"/>
          </ac:spMkLst>
        </pc:spChg>
        <pc:spChg chg="add mod">
          <ac:chgData name="Bee Bee" userId="db2ad0fc27c4b2da" providerId="LiveId" clId="{FDE9ED26-AA0C-4A0C-9354-CF8D031E21AD}" dt="2024-03-30T13:31:20.473" v="5052" actId="14100"/>
          <ac:spMkLst>
            <pc:docMk/>
            <pc:sldMk cId="3360542097" sldId="311"/>
            <ac:spMk id="14" creationId="{C42AC7B9-5C01-F2B7-37DC-B7898D8F82F3}"/>
          </ac:spMkLst>
        </pc:spChg>
        <pc:picChg chg="mod">
          <ac:chgData name="Bee Bee" userId="db2ad0fc27c4b2da" providerId="LiveId" clId="{FDE9ED26-AA0C-4A0C-9354-CF8D031E21AD}" dt="2024-03-30T13:31:30.712" v="5068" actId="1037"/>
          <ac:picMkLst>
            <pc:docMk/>
            <pc:sldMk cId="3360542097" sldId="311"/>
            <ac:picMk id="4" creationId="{00000000-0000-0000-0000-000000000000}"/>
          </ac:picMkLst>
        </pc:picChg>
        <pc:picChg chg="add del mod">
          <ac:chgData name="Bee Bee" userId="db2ad0fc27c4b2da" providerId="LiveId" clId="{FDE9ED26-AA0C-4A0C-9354-CF8D031E21AD}" dt="2024-03-30T13:32:03.952" v="5079" actId="478"/>
          <ac:picMkLst>
            <pc:docMk/>
            <pc:sldMk cId="3360542097" sldId="311"/>
            <ac:picMk id="15" creationId="{DFCD25B3-8868-04B5-1707-DCE06579DFE5}"/>
          </ac:picMkLst>
        </pc:picChg>
        <pc:picChg chg="add del mod">
          <ac:chgData name="Bee Bee" userId="db2ad0fc27c4b2da" providerId="LiveId" clId="{FDE9ED26-AA0C-4A0C-9354-CF8D031E21AD}" dt="2024-03-30T13:32:58.511" v="5094" actId="478"/>
          <ac:picMkLst>
            <pc:docMk/>
            <pc:sldMk cId="3360542097" sldId="311"/>
            <ac:picMk id="16" creationId="{225F89B6-B47B-AEF9-DBC4-4A972BCC73DF}"/>
          </ac:picMkLst>
        </pc:picChg>
        <pc:picChg chg="add mod">
          <ac:chgData name="Bee Bee" userId="db2ad0fc27c4b2da" providerId="LiveId" clId="{FDE9ED26-AA0C-4A0C-9354-CF8D031E21AD}" dt="2024-03-30T13:32:55.489" v="5093" actId="1036"/>
          <ac:picMkLst>
            <pc:docMk/>
            <pc:sldMk cId="3360542097" sldId="311"/>
            <ac:picMk id="17" creationId="{0E1E12FE-0AAC-C097-04FA-0EA73D468FCA}"/>
          </ac:picMkLst>
        </pc:picChg>
        <pc:picChg chg="add mod">
          <ac:chgData name="Bee Bee" userId="db2ad0fc27c4b2da" providerId="LiveId" clId="{FDE9ED26-AA0C-4A0C-9354-CF8D031E21AD}" dt="2024-03-30T13:32:33.711" v="5083" actId="1076"/>
          <ac:picMkLst>
            <pc:docMk/>
            <pc:sldMk cId="3360542097" sldId="311"/>
            <ac:picMk id="18" creationId="{4F0ED471-9C52-2BE3-18BF-F1A217912653}"/>
          </ac:picMkLst>
        </pc:picChg>
        <pc:picChg chg="add del mod">
          <ac:chgData name="Bee Bee" userId="db2ad0fc27c4b2da" providerId="LiveId" clId="{FDE9ED26-AA0C-4A0C-9354-CF8D031E21AD}" dt="2024-03-30T13:33:28.462" v="5096" actId="478"/>
          <ac:picMkLst>
            <pc:docMk/>
            <pc:sldMk cId="3360542097" sldId="311"/>
            <ac:picMk id="19" creationId="{F6EE0261-E68E-3F22-4E28-2DA85011652F}"/>
          </ac:picMkLst>
        </pc:picChg>
        <pc:picChg chg="add mod">
          <ac:chgData name="Bee Bee" userId="db2ad0fc27c4b2da" providerId="LiveId" clId="{FDE9ED26-AA0C-4A0C-9354-CF8D031E21AD}" dt="2024-03-30T13:34:02.541" v="5102" actId="1076"/>
          <ac:picMkLst>
            <pc:docMk/>
            <pc:sldMk cId="3360542097" sldId="311"/>
            <ac:picMk id="20" creationId="{866B4027-0CC3-7105-B4EC-7B5C0629BCB9}"/>
          </ac:picMkLst>
        </pc:picChg>
      </pc:sldChg>
      <pc:sldChg chg="addSp delSp modSp mod ord">
        <pc:chgData name="Bee Bee" userId="db2ad0fc27c4b2da" providerId="LiveId" clId="{FDE9ED26-AA0C-4A0C-9354-CF8D031E21AD}" dt="2024-03-30T13:39:16.489" v="5272" actId="14100"/>
        <pc:sldMkLst>
          <pc:docMk/>
          <pc:sldMk cId="2940153308" sldId="312"/>
        </pc:sldMkLst>
        <pc:spChg chg="mod">
          <ac:chgData name="Bee Bee" userId="db2ad0fc27c4b2da" providerId="LiveId" clId="{FDE9ED26-AA0C-4A0C-9354-CF8D031E21AD}" dt="2024-03-30T13:38:38.857" v="5240" actId="20577"/>
          <ac:spMkLst>
            <pc:docMk/>
            <pc:sldMk cId="2940153308" sldId="312"/>
            <ac:spMk id="7" creationId="{30A2B4CC-A2B0-40DC-BE21-8E5FAAEC8C52}"/>
          </ac:spMkLst>
        </pc:spChg>
        <pc:spChg chg="mod">
          <ac:chgData name="Bee Bee" userId="db2ad0fc27c4b2da" providerId="LiveId" clId="{FDE9ED26-AA0C-4A0C-9354-CF8D031E21AD}" dt="2024-03-30T13:38:58.027" v="5268" actId="1038"/>
          <ac:spMkLst>
            <pc:docMk/>
            <pc:sldMk cId="2940153308" sldId="312"/>
            <ac:spMk id="8" creationId="{F780D1D7-E999-4CB2-9FA2-FF5BAEA14006}"/>
          </ac:spMkLst>
        </pc:spChg>
        <pc:spChg chg="mod">
          <ac:chgData name="Bee Bee" userId="db2ad0fc27c4b2da" providerId="LiveId" clId="{FDE9ED26-AA0C-4A0C-9354-CF8D031E21AD}" dt="2024-03-30T13:38:58.027" v="5268" actId="1038"/>
          <ac:spMkLst>
            <pc:docMk/>
            <pc:sldMk cId="2940153308" sldId="312"/>
            <ac:spMk id="9" creationId="{F780D1D7-E999-4CB2-9FA2-FF5BAEA14006}"/>
          </ac:spMkLst>
        </pc:spChg>
        <pc:spChg chg="mod">
          <ac:chgData name="Bee Bee" userId="db2ad0fc27c4b2da" providerId="LiveId" clId="{FDE9ED26-AA0C-4A0C-9354-CF8D031E21AD}" dt="2024-03-30T13:38:58.027" v="5268" actId="1038"/>
          <ac:spMkLst>
            <pc:docMk/>
            <pc:sldMk cId="2940153308" sldId="312"/>
            <ac:spMk id="10" creationId="{F780D1D7-E999-4CB2-9FA2-FF5BAEA14006}"/>
          </ac:spMkLst>
        </pc:spChg>
        <pc:spChg chg="add del mod">
          <ac:chgData name="Bee Bee" userId="db2ad0fc27c4b2da" providerId="LiveId" clId="{FDE9ED26-AA0C-4A0C-9354-CF8D031E21AD}" dt="2024-03-30T13:35:07.971" v="5117" actId="478"/>
          <ac:spMkLst>
            <pc:docMk/>
            <pc:sldMk cId="2940153308" sldId="312"/>
            <ac:spMk id="11" creationId="{6EBAADD9-606B-286F-D1F4-76B93A87E856}"/>
          </ac:spMkLst>
        </pc:spChg>
        <pc:spChg chg="add del mod">
          <ac:chgData name="Bee Bee" userId="db2ad0fc27c4b2da" providerId="LiveId" clId="{FDE9ED26-AA0C-4A0C-9354-CF8D031E21AD}" dt="2024-03-30T13:35:07.971" v="5117" actId="478"/>
          <ac:spMkLst>
            <pc:docMk/>
            <pc:sldMk cId="2940153308" sldId="312"/>
            <ac:spMk id="12" creationId="{26BA900A-3A9D-DC6A-61EB-D00808478E02}"/>
          </ac:spMkLst>
        </pc:spChg>
        <pc:spChg chg="add del mod">
          <ac:chgData name="Bee Bee" userId="db2ad0fc27c4b2da" providerId="LiveId" clId="{FDE9ED26-AA0C-4A0C-9354-CF8D031E21AD}" dt="2024-03-30T13:35:07.971" v="5117" actId="478"/>
          <ac:spMkLst>
            <pc:docMk/>
            <pc:sldMk cId="2940153308" sldId="312"/>
            <ac:spMk id="13" creationId="{CA7B6A55-AF24-4965-D411-D8B9D181094B}"/>
          </ac:spMkLst>
        </pc:spChg>
        <pc:spChg chg="add del mod">
          <ac:chgData name="Bee Bee" userId="db2ad0fc27c4b2da" providerId="LiveId" clId="{FDE9ED26-AA0C-4A0C-9354-CF8D031E21AD}" dt="2024-03-30T13:35:07.971" v="5117" actId="478"/>
          <ac:spMkLst>
            <pc:docMk/>
            <pc:sldMk cId="2940153308" sldId="312"/>
            <ac:spMk id="14" creationId="{47B95F9D-DB4C-DF90-C4E1-E1A07B40668C}"/>
          </ac:spMkLst>
        </pc:spChg>
        <pc:spChg chg="add del mod">
          <ac:chgData name="Bee Bee" userId="db2ad0fc27c4b2da" providerId="LiveId" clId="{FDE9ED26-AA0C-4A0C-9354-CF8D031E21AD}" dt="2024-03-30T13:36:58.951" v="5144" actId="478"/>
          <ac:spMkLst>
            <pc:docMk/>
            <pc:sldMk cId="2940153308" sldId="312"/>
            <ac:spMk id="15" creationId="{027BEE2A-344A-7E72-D64D-4E49A1808E8F}"/>
          </ac:spMkLst>
        </pc:spChg>
        <pc:spChg chg="add mod ord">
          <ac:chgData name="Bee Bee" userId="db2ad0fc27c4b2da" providerId="LiveId" clId="{FDE9ED26-AA0C-4A0C-9354-CF8D031E21AD}" dt="2024-03-30T13:39:16.489" v="5272" actId="14100"/>
          <ac:spMkLst>
            <pc:docMk/>
            <pc:sldMk cId="2940153308" sldId="312"/>
            <ac:spMk id="18" creationId="{C8BBCAFE-B166-546F-DEE3-3839BD7C0DD6}"/>
          </ac:spMkLst>
        </pc:spChg>
        <pc:picChg chg="mod">
          <ac:chgData name="Bee Bee" userId="db2ad0fc27c4b2da" providerId="LiveId" clId="{FDE9ED26-AA0C-4A0C-9354-CF8D031E21AD}" dt="2024-03-30T13:38:58.027" v="5268" actId="1038"/>
          <ac:picMkLst>
            <pc:docMk/>
            <pc:sldMk cId="2940153308" sldId="312"/>
            <ac:picMk id="4" creationId="{00000000-0000-0000-0000-000000000000}"/>
          </ac:picMkLst>
        </pc:picChg>
        <pc:picChg chg="mod">
          <ac:chgData name="Bee Bee" userId="db2ad0fc27c4b2da" providerId="LiveId" clId="{FDE9ED26-AA0C-4A0C-9354-CF8D031E21AD}" dt="2024-03-30T13:38:58.027" v="5268" actId="1038"/>
          <ac:picMkLst>
            <pc:docMk/>
            <pc:sldMk cId="2940153308" sldId="312"/>
            <ac:picMk id="5" creationId="{00000000-0000-0000-0000-000000000000}"/>
          </ac:picMkLst>
        </pc:picChg>
        <pc:picChg chg="mod">
          <ac:chgData name="Bee Bee" userId="db2ad0fc27c4b2da" providerId="LiveId" clId="{FDE9ED26-AA0C-4A0C-9354-CF8D031E21AD}" dt="2024-03-30T13:38:58.027" v="5268" actId="1038"/>
          <ac:picMkLst>
            <pc:docMk/>
            <pc:sldMk cId="2940153308" sldId="312"/>
            <ac:picMk id="6" creationId="{00000000-0000-0000-0000-000000000000}"/>
          </ac:picMkLst>
        </pc:picChg>
        <pc:picChg chg="add mod">
          <ac:chgData name="Bee Bee" userId="db2ad0fc27c4b2da" providerId="LiveId" clId="{FDE9ED26-AA0C-4A0C-9354-CF8D031E21AD}" dt="2024-03-30T13:38:24.721" v="5224" actId="1037"/>
          <ac:picMkLst>
            <pc:docMk/>
            <pc:sldMk cId="2940153308" sldId="312"/>
            <ac:picMk id="17" creationId="{49C32186-FA27-41F6-34F5-20A81C1F3CAD}"/>
          </ac:picMkLst>
        </pc:picChg>
        <pc:picChg chg="add del mod">
          <ac:chgData name="Bee Bee" userId="db2ad0fc27c4b2da" providerId="LiveId" clId="{FDE9ED26-AA0C-4A0C-9354-CF8D031E21AD}" dt="2024-03-30T13:36:45.801" v="5140" actId="21"/>
          <ac:picMkLst>
            <pc:docMk/>
            <pc:sldMk cId="2940153308" sldId="312"/>
            <ac:picMk id="7170" creationId="{DBF91D5F-916F-870F-5A62-51C70DC69CB8}"/>
          </ac:picMkLst>
        </pc:picChg>
      </pc:sldChg>
      <pc:sldChg chg="addSp delSp modSp mod">
        <pc:chgData name="Bee Bee" userId="db2ad0fc27c4b2da" providerId="LiveId" clId="{FDE9ED26-AA0C-4A0C-9354-CF8D031E21AD}" dt="2024-03-30T13:41:47.346" v="5339" actId="1076"/>
        <pc:sldMkLst>
          <pc:docMk/>
          <pc:sldMk cId="519079503" sldId="313"/>
        </pc:sldMkLst>
        <pc:spChg chg="mod">
          <ac:chgData name="Bee Bee" userId="db2ad0fc27c4b2da" providerId="LiveId" clId="{FDE9ED26-AA0C-4A0C-9354-CF8D031E21AD}" dt="2024-03-30T13:40:21.357" v="5275" actId="207"/>
          <ac:spMkLst>
            <pc:docMk/>
            <pc:sldMk cId="519079503" sldId="313"/>
            <ac:spMk id="4" creationId="{30A2B4CC-A2B0-40DC-BE21-8E5FAAEC8C52}"/>
          </ac:spMkLst>
        </pc:spChg>
        <pc:spChg chg="del mod">
          <ac:chgData name="Bee Bee" userId="db2ad0fc27c4b2da" providerId="LiveId" clId="{FDE9ED26-AA0C-4A0C-9354-CF8D031E21AD}" dt="2024-03-30T13:41:27.527" v="5336" actId="478"/>
          <ac:spMkLst>
            <pc:docMk/>
            <pc:sldMk cId="519079503" sldId="313"/>
            <ac:spMk id="5" creationId="{30A2B4CC-A2B0-40DC-BE21-8E5FAAEC8C52}"/>
          </ac:spMkLst>
        </pc:spChg>
        <pc:spChg chg="add mod">
          <ac:chgData name="Bee Bee" userId="db2ad0fc27c4b2da" providerId="LiveId" clId="{FDE9ED26-AA0C-4A0C-9354-CF8D031E21AD}" dt="2024-03-30T13:41:24.048" v="5335" actId="1036"/>
          <ac:spMkLst>
            <pc:docMk/>
            <pc:sldMk cId="519079503" sldId="313"/>
            <ac:spMk id="9" creationId="{6DD106E1-06FC-2154-B055-946B273B4CB3}"/>
          </ac:spMkLst>
        </pc:spChg>
        <pc:spChg chg="add mod">
          <ac:chgData name="Bee Bee" userId="db2ad0fc27c4b2da" providerId="LiveId" clId="{FDE9ED26-AA0C-4A0C-9354-CF8D031E21AD}" dt="2024-03-30T13:41:24.048" v="5335" actId="1036"/>
          <ac:spMkLst>
            <pc:docMk/>
            <pc:sldMk cId="519079503" sldId="313"/>
            <ac:spMk id="10" creationId="{718EBF09-F9F5-E341-CD9C-01743FB92140}"/>
          </ac:spMkLst>
        </pc:spChg>
        <pc:spChg chg="add mod">
          <ac:chgData name="Bee Bee" userId="db2ad0fc27c4b2da" providerId="LiveId" clId="{FDE9ED26-AA0C-4A0C-9354-CF8D031E21AD}" dt="2024-03-30T13:41:24.048" v="5335" actId="1036"/>
          <ac:spMkLst>
            <pc:docMk/>
            <pc:sldMk cId="519079503" sldId="313"/>
            <ac:spMk id="11" creationId="{601CB70E-4EA9-2C37-8C32-9F63BC44C4AE}"/>
          </ac:spMkLst>
        </pc:spChg>
        <pc:spChg chg="add del mod">
          <ac:chgData name="Bee Bee" userId="db2ad0fc27c4b2da" providerId="LiveId" clId="{FDE9ED26-AA0C-4A0C-9354-CF8D031E21AD}" dt="2024-03-30T13:41:09.737" v="5313" actId="478"/>
          <ac:spMkLst>
            <pc:docMk/>
            <pc:sldMk cId="519079503" sldId="313"/>
            <ac:spMk id="12" creationId="{336169A5-5EB9-A8C3-AA7C-CBFF801D9A76}"/>
          </ac:spMkLst>
        </pc:spChg>
        <pc:picChg chg="add mod">
          <ac:chgData name="Bee Bee" userId="db2ad0fc27c4b2da" providerId="LiveId" clId="{FDE9ED26-AA0C-4A0C-9354-CF8D031E21AD}" dt="2024-03-30T13:41:42.001" v="5338" actId="1076"/>
          <ac:picMkLst>
            <pc:docMk/>
            <pc:sldMk cId="519079503" sldId="313"/>
            <ac:picMk id="13" creationId="{BBFC9628-1BC5-3AFC-0020-793E0B18FD8A}"/>
          </ac:picMkLst>
        </pc:picChg>
        <pc:picChg chg="add mod">
          <ac:chgData name="Bee Bee" userId="db2ad0fc27c4b2da" providerId="LiveId" clId="{FDE9ED26-AA0C-4A0C-9354-CF8D031E21AD}" dt="2024-03-30T13:41:47.346" v="5339" actId="1076"/>
          <ac:picMkLst>
            <pc:docMk/>
            <pc:sldMk cId="519079503" sldId="313"/>
            <ac:picMk id="14" creationId="{AE5C850D-EF33-6372-7232-C8D1AA4DFB65}"/>
          </ac:picMkLst>
        </pc:picChg>
      </pc:sldChg>
      <pc:sldChg chg="addSp modSp mod">
        <pc:chgData name="Bee Bee" userId="db2ad0fc27c4b2da" providerId="LiveId" clId="{FDE9ED26-AA0C-4A0C-9354-CF8D031E21AD}" dt="2024-03-30T13:43:54.841" v="5414" actId="1038"/>
        <pc:sldMkLst>
          <pc:docMk/>
          <pc:sldMk cId="4273550564" sldId="314"/>
        </pc:sldMkLst>
        <pc:spChg chg="add mod ord">
          <ac:chgData name="Bee Bee" userId="db2ad0fc27c4b2da" providerId="LiveId" clId="{FDE9ED26-AA0C-4A0C-9354-CF8D031E21AD}" dt="2024-03-30T13:43:43.431" v="5406" actId="14100"/>
          <ac:spMkLst>
            <pc:docMk/>
            <pc:sldMk cId="4273550564" sldId="314"/>
            <ac:spMk id="2" creationId="{66BDD253-58FC-D557-99E5-EF739DD7BFB2}"/>
          </ac:spMkLst>
        </pc:spChg>
        <pc:spChg chg="mod">
          <ac:chgData name="Bee Bee" userId="db2ad0fc27c4b2da" providerId="LiveId" clId="{FDE9ED26-AA0C-4A0C-9354-CF8D031E21AD}" dt="2024-03-30T13:43:54.841" v="5414" actId="1038"/>
          <ac:spMkLst>
            <pc:docMk/>
            <pc:sldMk cId="4273550564" sldId="314"/>
            <ac:spMk id="5" creationId="{30A2B4CC-A2B0-40DC-BE21-8E5FAAEC8C52}"/>
          </ac:spMkLst>
        </pc:spChg>
        <pc:spChg chg="mod">
          <ac:chgData name="Bee Bee" userId="db2ad0fc27c4b2da" providerId="LiveId" clId="{FDE9ED26-AA0C-4A0C-9354-CF8D031E21AD}" dt="2024-03-30T13:43:54.841" v="5414" actId="1038"/>
          <ac:spMkLst>
            <pc:docMk/>
            <pc:sldMk cId="4273550564" sldId="314"/>
            <ac:spMk id="6" creationId="{30A2B4CC-A2B0-40DC-BE21-8E5FAAEC8C52}"/>
          </ac:spMkLst>
        </pc:spChg>
        <pc:spChg chg="mod">
          <ac:chgData name="Bee Bee" userId="db2ad0fc27c4b2da" providerId="LiveId" clId="{FDE9ED26-AA0C-4A0C-9354-CF8D031E21AD}" dt="2024-03-30T13:43:54.841" v="5414" actId="1038"/>
          <ac:spMkLst>
            <pc:docMk/>
            <pc:sldMk cId="4273550564" sldId="314"/>
            <ac:spMk id="11" creationId="{30A2B4CC-A2B0-40DC-BE21-8E5FAAEC8C52}"/>
          </ac:spMkLst>
        </pc:spChg>
        <pc:spChg chg="mod">
          <ac:chgData name="Bee Bee" userId="db2ad0fc27c4b2da" providerId="LiveId" clId="{FDE9ED26-AA0C-4A0C-9354-CF8D031E21AD}" dt="2024-03-30T13:43:54.841" v="5414" actId="1038"/>
          <ac:spMkLst>
            <pc:docMk/>
            <pc:sldMk cId="4273550564" sldId="314"/>
            <ac:spMk id="12" creationId="{30A2B4CC-A2B0-40DC-BE21-8E5FAAEC8C52}"/>
          </ac:spMkLst>
        </pc:spChg>
      </pc:sldChg>
      <pc:sldChg chg="addSp modSp mod">
        <pc:chgData name="Bee Bee" userId="db2ad0fc27c4b2da" providerId="LiveId" clId="{FDE9ED26-AA0C-4A0C-9354-CF8D031E21AD}" dt="2024-03-30T13:46:11.401" v="5463" actId="20577"/>
        <pc:sldMkLst>
          <pc:docMk/>
          <pc:sldMk cId="2235911262" sldId="315"/>
        </pc:sldMkLst>
        <pc:spChg chg="mod">
          <ac:chgData name="Bee Bee" userId="db2ad0fc27c4b2da" providerId="LiveId" clId="{FDE9ED26-AA0C-4A0C-9354-CF8D031E21AD}" dt="2024-03-30T13:46:11.401" v="5463" actId="20577"/>
          <ac:spMkLst>
            <pc:docMk/>
            <pc:sldMk cId="2235911262" sldId="315"/>
            <ac:spMk id="5" creationId="{30A2B4CC-A2B0-40DC-BE21-8E5FAAEC8C52}"/>
          </ac:spMkLst>
        </pc:spChg>
        <pc:spChg chg="add mod">
          <ac:chgData name="Bee Bee" userId="db2ad0fc27c4b2da" providerId="LiveId" clId="{FDE9ED26-AA0C-4A0C-9354-CF8D031E21AD}" dt="2024-03-30T13:45:23.031" v="5443" actId="1038"/>
          <ac:spMkLst>
            <pc:docMk/>
            <pc:sldMk cId="2235911262" sldId="315"/>
            <ac:spMk id="6" creationId="{33B3976C-6856-2349-E0FF-F7064B8292C2}"/>
          </ac:spMkLst>
        </pc:spChg>
        <pc:picChg chg="mod">
          <ac:chgData name="Bee Bee" userId="db2ad0fc27c4b2da" providerId="LiveId" clId="{FDE9ED26-AA0C-4A0C-9354-CF8D031E21AD}" dt="2024-03-30T13:45:09.537" v="5424" actId="1076"/>
          <ac:picMkLst>
            <pc:docMk/>
            <pc:sldMk cId="2235911262" sldId="315"/>
            <ac:picMk id="4" creationId="{00000000-0000-0000-0000-000000000000}"/>
          </ac:picMkLst>
        </pc:picChg>
      </pc:sldChg>
      <pc:sldChg chg="addSp modSp">
        <pc:chgData name="Bee Bee" userId="db2ad0fc27c4b2da" providerId="LiveId" clId="{FDE9ED26-AA0C-4A0C-9354-CF8D031E21AD}" dt="2024-03-30T13:47:23.792" v="5468" actId="1582"/>
        <pc:sldMkLst>
          <pc:docMk/>
          <pc:sldMk cId="38805327" sldId="323"/>
        </pc:sldMkLst>
        <pc:picChg chg="add mod">
          <ac:chgData name="Bee Bee" userId="db2ad0fc27c4b2da" providerId="LiveId" clId="{FDE9ED26-AA0C-4A0C-9354-CF8D031E21AD}" dt="2024-03-30T13:46:28.842" v="5465" actId="167"/>
          <ac:picMkLst>
            <pc:docMk/>
            <pc:sldMk cId="38805327" sldId="323"/>
            <ac:picMk id="2" creationId="{D53B0292-C1FB-B87A-8F90-088FD9376662}"/>
          </ac:picMkLst>
        </pc:picChg>
        <pc:picChg chg="mod">
          <ac:chgData name="Bee Bee" userId="db2ad0fc27c4b2da" providerId="LiveId" clId="{FDE9ED26-AA0C-4A0C-9354-CF8D031E21AD}" dt="2024-03-30T13:47:23.792" v="5468" actId="1582"/>
          <ac:picMkLst>
            <pc:docMk/>
            <pc:sldMk cId="38805327" sldId="323"/>
            <ac:picMk id="3" creationId="{00000000-0000-0000-0000-000000000000}"/>
          </ac:picMkLst>
        </pc:picChg>
      </pc:sldChg>
      <pc:sldChg chg="del">
        <pc:chgData name="Bee Bee" userId="db2ad0fc27c4b2da" providerId="LiveId" clId="{FDE9ED26-AA0C-4A0C-9354-CF8D031E21AD}" dt="2024-03-30T13:47:37.474" v="5469" actId="47"/>
        <pc:sldMkLst>
          <pc:docMk/>
          <pc:sldMk cId="2822558655" sldId="326"/>
        </pc:sldMkLst>
      </pc:sldChg>
      <pc:sldChg chg="modSp mod">
        <pc:chgData name="Bee Bee" userId="db2ad0fc27c4b2da" providerId="LiveId" clId="{FDE9ED26-AA0C-4A0C-9354-CF8D031E21AD}" dt="2024-03-30T14:23:51.832" v="5589" actId="14100"/>
        <pc:sldMkLst>
          <pc:docMk/>
          <pc:sldMk cId="2330158128" sldId="328"/>
        </pc:sldMkLst>
        <pc:spChg chg="mod">
          <ac:chgData name="Bee Bee" userId="db2ad0fc27c4b2da" providerId="LiveId" clId="{FDE9ED26-AA0C-4A0C-9354-CF8D031E21AD}" dt="2024-03-30T14:23:51.832" v="5589" actId="14100"/>
          <ac:spMkLst>
            <pc:docMk/>
            <pc:sldMk cId="2330158128" sldId="328"/>
            <ac:spMk id="4" creationId="{30A2B4CC-A2B0-40DC-BE21-8E5FAAEC8C52}"/>
          </ac:spMkLst>
        </pc:spChg>
        <pc:spChg chg="mod">
          <ac:chgData name="Bee Bee" userId="db2ad0fc27c4b2da" providerId="LiveId" clId="{FDE9ED26-AA0C-4A0C-9354-CF8D031E21AD}" dt="2024-03-30T10:26:35.839" v="235" actId="207"/>
          <ac:spMkLst>
            <pc:docMk/>
            <pc:sldMk cId="2330158128" sldId="328"/>
            <ac:spMk id="7" creationId="{30A2B4CC-A2B0-40DC-BE21-8E5FAAEC8C52}"/>
          </ac:spMkLst>
        </pc:spChg>
      </pc:sldChg>
      <pc:sldChg chg="addSp modSp mod">
        <pc:chgData name="Bee Bee" userId="db2ad0fc27c4b2da" providerId="LiveId" clId="{FDE9ED26-AA0C-4A0C-9354-CF8D031E21AD}" dt="2024-03-30T14:13:34.484" v="5528" actId="121"/>
        <pc:sldMkLst>
          <pc:docMk/>
          <pc:sldMk cId="1738229772" sldId="329"/>
        </pc:sldMkLst>
        <pc:spChg chg="add mod">
          <ac:chgData name="Bee Bee" userId="db2ad0fc27c4b2da" providerId="LiveId" clId="{FDE9ED26-AA0C-4A0C-9354-CF8D031E21AD}" dt="2024-03-30T14:13:34.484" v="5528" actId="121"/>
          <ac:spMkLst>
            <pc:docMk/>
            <pc:sldMk cId="1738229772" sldId="329"/>
            <ac:spMk id="4" creationId="{997E3EDB-DDA0-C79C-B8D0-4D7337A1AB91}"/>
          </ac:spMkLst>
        </pc:spChg>
      </pc:sldChg>
      <pc:sldChg chg="modSp mod">
        <pc:chgData name="Bee Bee" userId="db2ad0fc27c4b2da" providerId="LiveId" clId="{FDE9ED26-AA0C-4A0C-9354-CF8D031E21AD}" dt="2024-03-30T14:20:15.313" v="5552" actId="1038"/>
        <pc:sldMkLst>
          <pc:docMk/>
          <pc:sldMk cId="2184095273" sldId="332"/>
        </pc:sldMkLst>
        <pc:spChg chg="mod">
          <ac:chgData name="Bee Bee" userId="db2ad0fc27c4b2da" providerId="LiveId" clId="{FDE9ED26-AA0C-4A0C-9354-CF8D031E21AD}" dt="2024-03-30T14:20:15.313" v="5552" actId="1038"/>
          <ac:spMkLst>
            <pc:docMk/>
            <pc:sldMk cId="2184095273" sldId="332"/>
            <ac:spMk id="11" creationId="{30A2B4CC-A2B0-40DC-BE21-8E5FAAEC8C52}"/>
          </ac:spMkLst>
        </pc:spChg>
        <pc:spChg chg="mod">
          <ac:chgData name="Bee Bee" userId="db2ad0fc27c4b2da" providerId="LiveId" clId="{FDE9ED26-AA0C-4A0C-9354-CF8D031E21AD}" dt="2024-03-30T14:20:15.313" v="5552" actId="1038"/>
          <ac:spMkLst>
            <pc:docMk/>
            <pc:sldMk cId="2184095273" sldId="332"/>
            <ac:spMk id="12" creationId="{30A2B4CC-A2B0-40DC-BE21-8E5FAAEC8C52}"/>
          </ac:spMkLst>
        </pc:spChg>
        <pc:spChg chg="mod">
          <ac:chgData name="Bee Bee" userId="db2ad0fc27c4b2da" providerId="LiveId" clId="{FDE9ED26-AA0C-4A0C-9354-CF8D031E21AD}" dt="2024-03-30T14:20:15.313" v="5552" actId="1038"/>
          <ac:spMkLst>
            <pc:docMk/>
            <pc:sldMk cId="2184095273" sldId="332"/>
            <ac:spMk id="14" creationId="{30A2B4CC-A2B0-40DC-BE21-8E5FAAEC8C52}"/>
          </ac:spMkLst>
        </pc:spChg>
        <pc:spChg chg="mod">
          <ac:chgData name="Bee Bee" userId="db2ad0fc27c4b2da" providerId="LiveId" clId="{FDE9ED26-AA0C-4A0C-9354-CF8D031E21AD}" dt="2024-03-30T14:20:15.313" v="5552" actId="1038"/>
          <ac:spMkLst>
            <pc:docMk/>
            <pc:sldMk cId="2184095273" sldId="332"/>
            <ac:spMk id="16" creationId="{30A2B4CC-A2B0-40DC-BE21-8E5FAAEC8C52}"/>
          </ac:spMkLst>
        </pc:spChg>
        <pc:spChg chg="mod">
          <ac:chgData name="Bee Bee" userId="db2ad0fc27c4b2da" providerId="LiveId" clId="{FDE9ED26-AA0C-4A0C-9354-CF8D031E21AD}" dt="2024-03-30T14:20:15.313" v="5552" actId="1038"/>
          <ac:spMkLst>
            <pc:docMk/>
            <pc:sldMk cId="2184095273" sldId="332"/>
            <ac:spMk id="21" creationId="{30A2B4CC-A2B0-40DC-BE21-8E5FAAEC8C52}"/>
          </ac:spMkLst>
        </pc:spChg>
        <pc:spChg chg="mod">
          <ac:chgData name="Bee Bee" userId="db2ad0fc27c4b2da" providerId="LiveId" clId="{FDE9ED26-AA0C-4A0C-9354-CF8D031E21AD}" dt="2024-03-30T14:20:15.313" v="5552" actId="1038"/>
          <ac:spMkLst>
            <pc:docMk/>
            <pc:sldMk cId="2184095273" sldId="332"/>
            <ac:spMk id="22" creationId="{30A2B4CC-A2B0-40DC-BE21-8E5FAAEC8C52}"/>
          </ac:spMkLst>
        </pc:spChg>
        <pc:spChg chg="mod">
          <ac:chgData name="Bee Bee" userId="db2ad0fc27c4b2da" providerId="LiveId" clId="{FDE9ED26-AA0C-4A0C-9354-CF8D031E21AD}" dt="2024-03-30T14:20:15.313" v="5552" actId="1038"/>
          <ac:spMkLst>
            <pc:docMk/>
            <pc:sldMk cId="2184095273" sldId="332"/>
            <ac:spMk id="23" creationId="{30A2B4CC-A2B0-40DC-BE21-8E5FAAEC8C52}"/>
          </ac:spMkLst>
        </pc:spChg>
        <pc:spChg chg="mod">
          <ac:chgData name="Bee Bee" userId="db2ad0fc27c4b2da" providerId="LiveId" clId="{FDE9ED26-AA0C-4A0C-9354-CF8D031E21AD}" dt="2024-03-30T14:20:15.313" v="5552" actId="1038"/>
          <ac:spMkLst>
            <pc:docMk/>
            <pc:sldMk cId="2184095273" sldId="332"/>
            <ac:spMk id="24" creationId="{30A2B4CC-A2B0-40DC-BE21-8E5FAAEC8C52}"/>
          </ac:spMkLst>
        </pc:spChg>
        <pc:picChg chg="mod">
          <ac:chgData name="Bee Bee" userId="db2ad0fc27c4b2da" providerId="LiveId" clId="{FDE9ED26-AA0C-4A0C-9354-CF8D031E21AD}" dt="2024-03-30T14:20:15.313" v="5552" actId="1038"/>
          <ac:picMkLst>
            <pc:docMk/>
            <pc:sldMk cId="2184095273" sldId="332"/>
            <ac:picMk id="25" creationId="{00000000-0000-0000-0000-000000000000}"/>
          </ac:picMkLst>
        </pc:picChg>
        <pc:picChg chg="mod">
          <ac:chgData name="Bee Bee" userId="db2ad0fc27c4b2da" providerId="LiveId" clId="{FDE9ED26-AA0C-4A0C-9354-CF8D031E21AD}" dt="2024-03-30T14:20:15.313" v="5552" actId="1038"/>
          <ac:picMkLst>
            <pc:docMk/>
            <pc:sldMk cId="2184095273" sldId="332"/>
            <ac:picMk id="26" creationId="{00000000-0000-0000-0000-000000000000}"/>
          </ac:picMkLst>
        </pc:picChg>
        <pc:picChg chg="mod">
          <ac:chgData name="Bee Bee" userId="db2ad0fc27c4b2da" providerId="LiveId" clId="{FDE9ED26-AA0C-4A0C-9354-CF8D031E21AD}" dt="2024-03-30T14:20:15.313" v="5552" actId="1038"/>
          <ac:picMkLst>
            <pc:docMk/>
            <pc:sldMk cId="2184095273" sldId="332"/>
            <ac:picMk id="27" creationId="{00000000-0000-0000-0000-000000000000}"/>
          </ac:picMkLst>
        </pc:picChg>
        <pc:picChg chg="mod">
          <ac:chgData name="Bee Bee" userId="db2ad0fc27c4b2da" providerId="LiveId" clId="{FDE9ED26-AA0C-4A0C-9354-CF8D031E21AD}" dt="2024-03-30T14:20:15.313" v="5552" actId="1038"/>
          <ac:picMkLst>
            <pc:docMk/>
            <pc:sldMk cId="2184095273" sldId="332"/>
            <ac:picMk id="28" creationId="{00000000-0000-0000-0000-000000000000}"/>
          </ac:picMkLst>
        </pc:picChg>
      </pc:sldChg>
      <pc:sldChg chg="modSp mod">
        <pc:chgData name="Bee Bee" userId="db2ad0fc27c4b2da" providerId="LiveId" clId="{FDE9ED26-AA0C-4A0C-9354-CF8D031E21AD}" dt="2024-03-30T10:26:24.677" v="234" actId="207"/>
        <pc:sldMkLst>
          <pc:docMk/>
          <pc:sldMk cId="1410158998" sldId="334"/>
        </pc:sldMkLst>
        <pc:spChg chg="mod">
          <ac:chgData name="Bee Bee" userId="db2ad0fc27c4b2da" providerId="LiveId" clId="{FDE9ED26-AA0C-4A0C-9354-CF8D031E21AD}" dt="2024-03-30T10:26:24.677" v="234" actId="207"/>
          <ac:spMkLst>
            <pc:docMk/>
            <pc:sldMk cId="1410158998" sldId="334"/>
            <ac:spMk id="5" creationId="{30A2B4CC-A2B0-40DC-BE21-8E5FAAEC8C52}"/>
          </ac:spMkLst>
        </pc:spChg>
      </pc:sldChg>
      <pc:sldChg chg="addSp modSp mod">
        <pc:chgData name="Bee Bee" userId="db2ad0fc27c4b2da" providerId="LiveId" clId="{FDE9ED26-AA0C-4A0C-9354-CF8D031E21AD}" dt="2024-03-30T14:21:58.693" v="5585" actId="1038"/>
        <pc:sldMkLst>
          <pc:docMk/>
          <pc:sldMk cId="4245881498" sldId="336"/>
        </pc:sldMkLst>
        <pc:spChg chg="mod">
          <ac:chgData name="Bee Bee" userId="db2ad0fc27c4b2da" providerId="LiveId" clId="{FDE9ED26-AA0C-4A0C-9354-CF8D031E21AD}" dt="2024-03-30T14:21:51.043" v="5569" actId="1038"/>
          <ac:spMkLst>
            <pc:docMk/>
            <pc:sldMk cId="4245881498" sldId="336"/>
            <ac:spMk id="5" creationId="{30A2B4CC-A2B0-40DC-BE21-8E5FAAEC8C52}"/>
          </ac:spMkLst>
        </pc:spChg>
        <pc:spChg chg="mod">
          <ac:chgData name="Bee Bee" userId="db2ad0fc27c4b2da" providerId="LiveId" clId="{FDE9ED26-AA0C-4A0C-9354-CF8D031E21AD}" dt="2024-03-30T14:21:51.043" v="5569" actId="1038"/>
          <ac:spMkLst>
            <pc:docMk/>
            <pc:sldMk cId="4245881498" sldId="336"/>
            <ac:spMk id="6" creationId="{00000000-0000-0000-0000-000000000000}"/>
          </ac:spMkLst>
        </pc:spChg>
        <pc:spChg chg="mod">
          <ac:chgData name="Bee Bee" userId="db2ad0fc27c4b2da" providerId="LiveId" clId="{FDE9ED26-AA0C-4A0C-9354-CF8D031E21AD}" dt="2024-03-30T14:21:58.693" v="5585" actId="1038"/>
          <ac:spMkLst>
            <pc:docMk/>
            <pc:sldMk cId="4245881498" sldId="336"/>
            <ac:spMk id="7" creationId="{F780D1D7-E999-4CB2-9FA2-FF5BAEA14006}"/>
          </ac:spMkLst>
        </pc:spChg>
        <pc:spChg chg="mod">
          <ac:chgData name="Bee Bee" userId="db2ad0fc27c4b2da" providerId="LiveId" clId="{FDE9ED26-AA0C-4A0C-9354-CF8D031E21AD}" dt="2024-03-30T14:21:58.693" v="5585" actId="1038"/>
          <ac:spMkLst>
            <pc:docMk/>
            <pc:sldMk cId="4245881498" sldId="336"/>
            <ac:spMk id="8" creationId="{F780D1D7-E999-4CB2-9FA2-FF5BAEA14006}"/>
          </ac:spMkLst>
        </pc:spChg>
        <pc:spChg chg="mod">
          <ac:chgData name="Bee Bee" userId="db2ad0fc27c4b2da" providerId="LiveId" clId="{FDE9ED26-AA0C-4A0C-9354-CF8D031E21AD}" dt="2024-03-30T14:21:58.693" v="5585" actId="1038"/>
          <ac:spMkLst>
            <pc:docMk/>
            <pc:sldMk cId="4245881498" sldId="336"/>
            <ac:spMk id="9" creationId="{F780D1D7-E999-4CB2-9FA2-FF5BAEA14006}"/>
          </ac:spMkLst>
        </pc:spChg>
        <pc:spChg chg="add mod">
          <ac:chgData name="Bee Bee" userId="db2ad0fc27c4b2da" providerId="LiveId" clId="{FDE9ED26-AA0C-4A0C-9354-CF8D031E21AD}" dt="2024-03-30T14:21:51.043" v="5569" actId="1038"/>
          <ac:spMkLst>
            <pc:docMk/>
            <pc:sldMk cId="4245881498" sldId="336"/>
            <ac:spMk id="10" creationId="{9BD194A3-E726-9DC9-3896-2AA2B78DE171}"/>
          </ac:spMkLst>
        </pc:spChg>
        <pc:spChg chg="add mod">
          <ac:chgData name="Bee Bee" userId="db2ad0fc27c4b2da" providerId="LiveId" clId="{FDE9ED26-AA0C-4A0C-9354-CF8D031E21AD}" dt="2024-03-30T14:21:51.043" v="5569" actId="1038"/>
          <ac:spMkLst>
            <pc:docMk/>
            <pc:sldMk cId="4245881498" sldId="336"/>
            <ac:spMk id="11" creationId="{D6572C53-759C-7AB9-86CC-524DA6619BA8}"/>
          </ac:spMkLst>
        </pc:spChg>
        <pc:picChg chg="mod">
          <ac:chgData name="Bee Bee" userId="db2ad0fc27c4b2da" providerId="LiveId" clId="{FDE9ED26-AA0C-4A0C-9354-CF8D031E21AD}" dt="2024-03-30T14:21:58.693" v="5585" actId="1038"/>
          <ac:picMkLst>
            <pc:docMk/>
            <pc:sldMk cId="4245881498" sldId="336"/>
            <ac:picMk id="2" creationId="{00000000-0000-0000-0000-000000000000}"/>
          </ac:picMkLst>
        </pc:picChg>
      </pc:sldChg>
      <pc:sldChg chg="modSp mod">
        <pc:chgData name="Bee Bee" userId="db2ad0fc27c4b2da" providerId="LiveId" clId="{FDE9ED26-AA0C-4A0C-9354-CF8D031E21AD}" dt="2024-03-30T14:26:34.744" v="5627" actId="14100"/>
        <pc:sldMkLst>
          <pc:docMk/>
          <pc:sldMk cId="628559355" sldId="344"/>
        </pc:sldMkLst>
        <pc:spChg chg="mod">
          <ac:chgData name="Bee Bee" userId="db2ad0fc27c4b2da" providerId="LiveId" clId="{FDE9ED26-AA0C-4A0C-9354-CF8D031E21AD}" dt="2024-03-30T10:26:07.588" v="232" actId="207"/>
          <ac:spMkLst>
            <pc:docMk/>
            <pc:sldMk cId="628559355" sldId="344"/>
            <ac:spMk id="9" creationId="{30A2B4CC-A2B0-40DC-BE21-8E5FAAEC8C52}"/>
          </ac:spMkLst>
        </pc:spChg>
        <pc:spChg chg="mod">
          <ac:chgData name="Bee Bee" userId="db2ad0fc27c4b2da" providerId="LiveId" clId="{FDE9ED26-AA0C-4A0C-9354-CF8D031E21AD}" dt="2024-03-30T14:26:34.744" v="5627" actId="14100"/>
          <ac:spMkLst>
            <pc:docMk/>
            <pc:sldMk cId="628559355" sldId="344"/>
            <ac:spMk id="18" creationId="{30A2B4CC-A2B0-40DC-BE21-8E5FAAEC8C52}"/>
          </ac:spMkLst>
        </pc:spChg>
      </pc:sldChg>
      <pc:sldChg chg="modSp mod">
        <pc:chgData name="Bee Bee" userId="db2ad0fc27c4b2da" providerId="LiveId" clId="{FDE9ED26-AA0C-4A0C-9354-CF8D031E21AD}" dt="2024-03-30T10:26:14.495" v="233" actId="207"/>
        <pc:sldMkLst>
          <pc:docMk/>
          <pc:sldMk cId="879339251" sldId="345"/>
        </pc:sldMkLst>
        <pc:spChg chg="mod">
          <ac:chgData name="Bee Bee" userId="db2ad0fc27c4b2da" providerId="LiveId" clId="{FDE9ED26-AA0C-4A0C-9354-CF8D031E21AD}" dt="2024-03-30T10:26:14.495" v="233" actId="207"/>
          <ac:spMkLst>
            <pc:docMk/>
            <pc:sldMk cId="879339251" sldId="345"/>
            <ac:spMk id="13" creationId="{30A2B4CC-A2B0-40DC-BE21-8E5FAAEC8C52}"/>
          </ac:spMkLst>
        </pc:spChg>
      </pc:sldChg>
      <pc:sldChg chg="del">
        <pc:chgData name="Bee Bee" userId="db2ad0fc27c4b2da" providerId="LiveId" clId="{FDE9ED26-AA0C-4A0C-9354-CF8D031E21AD}" dt="2024-03-30T11:46:50.419" v="2650" actId="47"/>
        <pc:sldMkLst>
          <pc:docMk/>
          <pc:sldMk cId="3661531654" sldId="346"/>
        </pc:sldMkLst>
      </pc:sldChg>
      <pc:sldChg chg="modSp mod">
        <pc:chgData name="Bee Bee" userId="db2ad0fc27c4b2da" providerId="LiveId" clId="{FDE9ED26-AA0C-4A0C-9354-CF8D031E21AD}" dt="2024-03-30T12:52:02.812" v="2988" actId="20577"/>
        <pc:sldMkLst>
          <pc:docMk/>
          <pc:sldMk cId="2114992439" sldId="352"/>
        </pc:sldMkLst>
        <pc:spChg chg="mod">
          <ac:chgData name="Bee Bee" userId="db2ad0fc27c4b2da" providerId="LiveId" clId="{FDE9ED26-AA0C-4A0C-9354-CF8D031E21AD}" dt="2024-03-30T12:50:30.123" v="2938" actId="14100"/>
          <ac:spMkLst>
            <pc:docMk/>
            <pc:sldMk cId="2114992439" sldId="352"/>
            <ac:spMk id="10" creationId="{00000000-0000-0000-0000-000000000000}"/>
          </ac:spMkLst>
        </pc:spChg>
        <pc:spChg chg="mod">
          <ac:chgData name="Bee Bee" userId="db2ad0fc27c4b2da" providerId="LiveId" clId="{FDE9ED26-AA0C-4A0C-9354-CF8D031E21AD}" dt="2024-03-30T12:52:02.812" v="2988" actId="20577"/>
          <ac:spMkLst>
            <pc:docMk/>
            <pc:sldMk cId="2114992439" sldId="352"/>
            <ac:spMk id="11" creationId="{36D49AF0-9410-4771-ACF4-EDE74B53B1BA}"/>
          </ac:spMkLst>
        </pc:spChg>
      </pc:sldChg>
      <pc:sldChg chg="modSp mod">
        <pc:chgData name="Bee Bee" userId="db2ad0fc27c4b2da" providerId="LiveId" clId="{FDE9ED26-AA0C-4A0C-9354-CF8D031E21AD}" dt="2024-03-30T14:32:29.018" v="5834" actId="1036"/>
        <pc:sldMkLst>
          <pc:docMk/>
          <pc:sldMk cId="1739116985" sldId="355"/>
        </pc:sldMkLst>
        <pc:spChg chg="mod">
          <ac:chgData name="Bee Bee" userId="db2ad0fc27c4b2da" providerId="LiveId" clId="{FDE9ED26-AA0C-4A0C-9354-CF8D031E21AD}" dt="2024-03-30T14:32:29.018" v="5834" actId="1036"/>
          <ac:spMkLst>
            <pc:docMk/>
            <pc:sldMk cId="1739116985" sldId="355"/>
            <ac:spMk id="6" creationId="{00000000-0000-0000-0000-000000000000}"/>
          </ac:spMkLst>
        </pc:spChg>
        <pc:spChg chg="mod">
          <ac:chgData name="Bee Bee" userId="db2ad0fc27c4b2da" providerId="LiveId" clId="{FDE9ED26-AA0C-4A0C-9354-CF8D031E21AD}" dt="2024-03-30T14:32:29.018" v="5834" actId="1036"/>
          <ac:spMkLst>
            <pc:docMk/>
            <pc:sldMk cId="1739116985" sldId="355"/>
            <ac:spMk id="13" creationId="{00000000-0000-0000-0000-000000000000}"/>
          </ac:spMkLst>
        </pc:spChg>
        <pc:spChg chg="mod">
          <ac:chgData name="Bee Bee" userId="db2ad0fc27c4b2da" providerId="LiveId" clId="{FDE9ED26-AA0C-4A0C-9354-CF8D031E21AD}" dt="2024-03-30T14:32:29.018" v="5834" actId="1036"/>
          <ac:spMkLst>
            <pc:docMk/>
            <pc:sldMk cId="1739116985" sldId="355"/>
            <ac:spMk id="14" creationId="{00000000-0000-0000-0000-000000000000}"/>
          </ac:spMkLst>
        </pc:spChg>
        <pc:spChg chg="mod">
          <ac:chgData name="Bee Bee" userId="db2ad0fc27c4b2da" providerId="LiveId" clId="{FDE9ED26-AA0C-4A0C-9354-CF8D031E21AD}" dt="2024-03-30T14:32:29.018" v="5834" actId="1036"/>
          <ac:spMkLst>
            <pc:docMk/>
            <pc:sldMk cId="1739116985" sldId="355"/>
            <ac:spMk id="17" creationId="{00000000-0000-0000-0000-000000000000}"/>
          </ac:spMkLst>
        </pc:spChg>
        <pc:spChg chg="mod">
          <ac:chgData name="Bee Bee" userId="db2ad0fc27c4b2da" providerId="LiveId" clId="{FDE9ED26-AA0C-4A0C-9354-CF8D031E21AD}" dt="2024-03-30T14:32:29.018" v="5834" actId="1036"/>
          <ac:spMkLst>
            <pc:docMk/>
            <pc:sldMk cId="1739116985" sldId="355"/>
            <ac:spMk id="18" creationId="{36D49AF0-9410-4771-ACF4-EDE74B53B1BA}"/>
          </ac:spMkLst>
        </pc:spChg>
        <pc:spChg chg="mod">
          <ac:chgData name="Bee Bee" userId="db2ad0fc27c4b2da" providerId="LiveId" clId="{FDE9ED26-AA0C-4A0C-9354-CF8D031E21AD}" dt="2024-03-30T14:32:29.018" v="5834" actId="1036"/>
          <ac:spMkLst>
            <pc:docMk/>
            <pc:sldMk cId="1739116985" sldId="355"/>
            <ac:spMk id="19" creationId="{00000000-0000-0000-0000-000000000000}"/>
          </ac:spMkLst>
        </pc:spChg>
        <pc:picChg chg="mod">
          <ac:chgData name="Bee Bee" userId="db2ad0fc27c4b2da" providerId="LiveId" clId="{FDE9ED26-AA0C-4A0C-9354-CF8D031E21AD}" dt="2024-03-30T14:32:29.018" v="5834" actId="1036"/>
          <ac:picMkLst>
            <pc:docMk/>
            <pc:sldMk cId="1739116985" sldId="355"/>
            <ac:picMk id="10" creationId="{00000000-0000-0000-0000-000000000000}"/>
          </ac:picMkLst>
        </pc:picChg>
      </pc:sldChg>
      <pc:sldChg chg="addSp delSp modSp mod">
        <pc:chgData name="Bee Bee" userId="db2ad0fc27c4b2da" providerId="LiveId" clId="{FDE9ED26-AA0C-4A0C-9354-CF8D031E21AD}" dt="2024-03-30T14:31:05.248" v="5813" actId="1038"/>
        <pc:sldMkLst>
          <pc:docMk/>
          <pc:sldMk cId="3668103546" sldId="357"/>
        </pc:sldMkLst>
        <pc:spChg chg="add mod">
          <ac:chgData name="Bee Bee" userId="db2ad0fc27c4b2da" providerId="LiveId" clId="{FDE9ED26-AA0C-4A0C-9354-CF8D031E21AD}" dt="2024-03-30T14:30:09.789" v="5796" actId="20577"/>
          <ac:spMkLst>
            <pc:docMk/>
            <pc:sldMk cId="3668103546" sldId="357"/>
            <ac:spMk id="10" creationId="{7044F657-31A5-B7D2-11E6-A7B4E4574D8B}"/>
          </ac:spMkLst>
        </pc:spChg>
        <pc:spChg chg="add del mod">
          <ac:chgData name="Bee Bee" userId="db2ad0fc27c4b2da" providerId="LiveId" clId="{FDE9ED26-AA0C-4A0C-9354-CF8D031E21AD}" dt="2024-03-30T14:28:34.941" v="5713" actId="478"/>
          <ac:spMkLst>
            <pc:docMk/>
            <pc:sldMk cId="3668103546" sldId="357"/>
            <ac:spMk id="11" creationId="{2C05658C-BC6F-3B1B-48E4-430FA6ADA8D0}"/>
          </ac:spMkLst>
        </pc:spChg>
        <pc:spChg chg="add mod">
          <ac:chgData name="Bee Bee" userId="db2ad0fc27c4b2da" providerId="LiveId" clId="{FDE9ED26-AA0C-4A0C-9354-CF8D031E21AD}" dt="2024-03-30T14:29:34.609" v="5735" actId="14100"/>
          <ac:spMkLst>
            <pc:docMk/>
            <pc:sldMk cId="3668103546" sldId="357"/>
            <ac:spMk id="12" creationId="{95436D15-5B92-CAAE-B109-94109C25257A}"/>
          </ac:spMkLst>
        </pc:spChg>
        <pc:spChg chg="add mod">
          <ac:chgData name="Bee Bee" userId="db2ad0fc27c4b2da" providerId="LiveId" clId="{FDE9ED26-AA0C-4A0C-9354-CF8D031E21AD}" dt="2024-03-30T14:31:05.248" v="5813" actId="1038"/>
          <ac:spMkLst>
            <pc:docMk/>
            <pc:sldMk cId="3668103546" sldId="357"/>
            <ac:spMk id="13" creationId="{75F82FEF-7A29-FD4A-EB60-EE74B5FE7E7E}"/>
          </ac:spMkLst>
        </pc:spChg>
        <pc:spChg chg="add mod">
          <ac:chgData name="Bee Bee" userId="db2ad0fc27c4b2da" providerId="LiveId" clId="{FDE9ED26-AA0C-4A0C-9354-CF8D031E21AD}" dt="2024-03-30T14:31:05.248" v="5813" actId="1038"/>
          <ac:spMkLst>
            <pc:docMk/>
            <pc:sldMk cId="3668103546" sldId="357"/>
            <ac:spMk id="14" creationId="{CB6E40B0-5604-D979-E0EA-855C47BB84A8}"/>
          </ac:spMkLst>
        </pc:spChg>
        <pc:picChg chg="mod">
          <ac:chgData name="Bee Bee" userId="db2ad0fc27c4b2da" providerId="LiveId" clId="{FDE9ED26-AA0C-4A0C-9354-CF8D031E21AD}" dt="2024-03-30T14:30:46.463" v="5802" actId="1076"/>
          <ac:picMkLst>
            <pc:docMk/>
            <pc:sldMk cId="3668103546" sldId="357"/>
            <ac:picMk id="2" creationId="{00000000-0000-0000-0000-000000000000}"/>
          </ac:picMkLst>
        </pc:picChg>
      </pc:sldChg>
      <pc:sldChg chg="modSp mod">
        <pc:chgData name="Bee Bee" userId="db2ad0fc27c4b2da" providerId="LiveId" clId="{FDE9ED26-AA0C-4A0C-9354-CF8D031E21AD}" dt="2024-03-30T10:21:01.046" v="217" actId="1036"/>
        <pc:sldMkLst>
          <pc:docMk/>
          <pc:sldMk cId="2684440249" sldId="358"/>
        </pc:sldMkLst>
        <pc:spChg chg="mod">
          <ac:chgData name="Bee Bee" userId="db2ad0fc27c4b2da" providerId="LiveId" clId="{FDE9ED26-AA0C-4A0C-9354-CF8D031E21AD}" dt="2024-03-30T10:20:54.792" v="215" actId="14100"/>
          <ac:spMkLst>
            <pc:docMk/>
            <pc:sldMk cId="2684440249" sldId="358"/>
            <ac:spMk id="17" creationId="{36D49AF0-9410-4771-ACF4-EDE74B53B1BA}"/>
          </ac:spMkLst>
        </pc:spChg>
        <pc:picChg chg="mod">
          <ac:chgData name="Bee Bee" userId="db2ad0fc27c4b2da" providerId="LiveId" clId="{FDE9ED26-AA0C-4A0C-9354-CF8D031E21AD}" dt="2024-03-30T10:21:01.046" v="217" actId="1036"/>
          <ac:picMkLst>
            <pc:docMk/>
            <pc:sldMk cId="2684440249" sldId="358"/>
            <ac:picMk id="13" creationId="{00000000-0000-0000-0000-000000000000}"/>
          </ac:picMkLst>
        </pc:picChg>
      </pc:sldChg>
      <pc:sldChg chg="modSp mod">
        <pc:chgData name="Bee Bee" userId="db2ad0fc27c4b2da" providerId="LiveId" clId="{FDE9ED26-AA0C-4A0C-9354-CF8D031E21AD}" dt="2024-03-30T10:21:33.387" v="220" actId="20577"/>
        <pc:sldMkLst>
          <pc:docMk/>
          <pc:sldMk cId="2715207465" sldId="360"/>
        </pc:sldMkLst>
        <pc:spChg chg="mod">
          <ac:chgData name="Bee Bee" userId="db2ad0fc27c4b2da" providerId="LiveId" clId="{FDE9ED26-AA0C-4A0C-9354-CF8D031E21AD}" dt="2024-03-30T10:21:33.387" v="220" actId="20577"/>
          <ac:spMkLst>
            <pc:docMk/>
            <pc:sldMk cId="2715207465" sldId="360"/>
            <ac:spMk id="11" creationId="{36D49AF0-9410-4771-ACF4-EDE74B53B1BA}"/>
          </ac:spMkLst>
        </pc:spChg>
      </pc:sldChg>
      <pc:sldChg chg="addSp delSp modSp mod">
        <pc:chgData name="Bee Bee" userId="db2ad0fc27c4b2da" providerId="LiveId" clId="{FDE9ED26-AA0C-4A0C-9354-CF8D031E21AD}" dt="2024-03-30T12:54:21.092" v="3051" actId="1038"/>
        <pc:sldMkLst>
          <pc:docMk/>
          <pc:sldMk cId="3321708205" sldId="364"/>
        </pc:sldMkLst>
        <pc:spChg chg="del">
          <ac:chgData name="Bee Bee" userId="db2ad0fc27c4b2da" providerId="LiveId" clId="{FDE9ED26-AA0C-4A0C-9354-CF8D031E21AD}" dt="2024-03-30T11:23:36.389" v="1727" actId="478"/>
          <ac:spMkLst>
            <pc:docMk/>
            <pc:sldMk cId="3321708205" sldId="364"/>
            <ac:spMk id="2" creationId="{00000000-0000-0000-0000-000000000000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4" creationId="{2C6CF2C0-A250-D1A2-4E4B-D9E98C7014D9}"/>
          </ac:spMkLst>
        </pc:spChg>
        <pc:spChg chg="del">
          <ac:chgData name="Bee Bee" userId="db2ad0fc27c4b2da" providerId="LiveId" clId="{FDE9ED26-AA0C-4A0C-9354-CF8D031E21AD}" dt="2024-03-30T10:27:54.564" v="237" actId="21"/>
          <ac:spMkLst>
            <pc:docMk/>
            <pc:sldMk cId="3321708205" sldId="364"/>
            <ac:spMk id="5" creationId="{30A2B4CC-A2B0-40DC-BE21-8E5FAAEC8C52}"/>
          </ac:spMkLst>
        </pc:spChg>
        <pc:spChg chg="del">
          <ac:chgData name="Bee Bee" userId="db2ad0fc27c4b2da" providerId="LiveId" clId="{FDE9ED26-AA0C-4A0C-9354-CF8D031E21AD}" dt="2024-03-30T10:27:54.564" v="237" actId="21"/>
          <ac:spMkLst>
            <pc:docMk/>
            <pc:sldMk cId="3321708205" sldId="364"/>
            <ac:spMk id="6" creationId="{30A2B4CC-A2B0-40DC-BE21-8E5FAAEC8C52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7" creationId="{2514629E-3805-368F-C5B3-89FCA8A61F39}"/>
          </ac:spMkLst>
        </pc:spChg>
        <pc:spChg chg="add del mod">
          <ac:chgData name="Bee Bee" userId="db2ad0fc27c4b2da" providerId="LiveId" clId="{FDE9ED26-AA0C-4A0C-9354-CF8D031E21AD}" dt="2024-03-30T10:31:45.311" v="403" actId="478"/>
          <ac:spMkLst>
            <pc:docMk/>
            <pc:sldMk cId="3321708205" sldId="364"/>
            <ac:spMk id="8" creationId="{1C560291-9504-BFBF-C3BA-07F28A4AC560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9" creationId="{5F4A0E8C-3404-E289-7427-1F857F872558}"/>
          </ac:spMkLst>
        </pc:spChg>
        <pc:spChg chg="add mod or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10" creationId="{1FAC7425-C6B8-122A-A7F0-86E745A9FA49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11" creationId="{5AB5EE53-DDF8-FBA1-DBF1-99A23DE91B00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12" creationId="{EF4B071A-706E-5A10-9AEF-4CFF6185FCB2}"/>
          </ac:spMkLst>
        </pc:spChg>
        <pc:spChg chg="del">
          <ac:chgData name="Bee Bee" userId="db2ad0fc27c4b2da" providerId="LiveId" clId="{FDE9ED26-AA0C-4A0C-9354-CF8D031E21AD}" dt="2024-03-30T10:27:54.564" v="237" actId="21"/>
          <ac:spMkLst>
            <pc:docMk/>
            <pc:sldMk cId="3321708205" sldId="364"/>
            <ac:spMk id="13" creationId="{30A2B4CC-A2B0-40DC-BE21-8E5FAAEC8C52}"/>
          </ac:spMkLst>
        </pc:spChg>
        <pc:spChg chg="del">
          <ac:chgData name="Bee Bee" userId="db2ad0fc27c4b2da" providerId="LiveId" clId="{FDE9ED26-AA0C-4A0C-9354-CF8D031E21AD}" dt="2024-03-30T10:31:04.814" v="371" actId="478"/>
          <ac:spMkLst>
            <pc:docMk/>
            <pc:sldMk cId="3321708205" sldId="364"/>
            <ac:spMk id="14" creationId="{30A2B4CC-A2B0-40DC-BE21-8E5FAAEC8C52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15" creationId="{11AFDC6A-3297-E964-2A1F-2332796E86B1}"/>
          </ac:spMkLst>
        </pc:spChg>
        <pc:spChg chg="add mod">
          <ac:chgData name="Bee Bee" userId="db2ad0fc27c4b2da" providerId="LiveId" clId="{FDE9ED26-AA0C-4A0C-9354-CF8D031E21AD}" dt="2024-03-30T12:54:21.092" v="3051" actId="1038"/>
          <ac:spMkLst>
            <pc:docMk/>
            <pc:sldMk cId="3321708205" sldId="364"/>
            <ac:spMk id="16" creationId="{8BB15B4F-6FAD-F516-CA2E-DE0B41C604AB}"/>
          </ac:spMkLst>
        </pc:spChg>
        <pc:spChg chg="add mod or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17" creationId="{F9903346-B670-3372-627C-52BD8B6A1124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18" creationId="{24E795B0-D316-5013-7343-3E6072771AE6}"/>
          </ac:spMkLst>
        </pc:spChg>
        <pc:spChg chg="del">
          <ac:chgData name="Bee Bee" userId="db2ad0fc27c4b2da" providerId="LiveId" clId="{FDE9ED26-AA0C-4A0C-9354-CF8D031E21AD}" dt="2024-03-30T10:27:54.564" v="237" actId="21"/>
          <ac:spMkLst>
            <pc:docMk/>
            <pc:sldMk cId="3321708205" sldId="364"/>
            <ac:spMk id="19" creationId="{30A2B4CC-A2B0-40DC-BE21-8E5FAAEC8C52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20" creationId="{48A9AEE5-4122-75FE-94EC-1FBCCC3AB9B9}"/>
          </ac:spMkLst>
        </pc:spChg>
        <pc:spChg chg="add mod or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21" creationId="{0C93674F-24FE-324D-EEE1-96912EA29C06}"/>
          </ac:spMkLst>
        </pc:spChg>
        <pc:spChg chg="add del mod">
          <ac:chgData name="Bee Bee" userId="db2ad0fc27c4b2da" providerId="LiveId" clId="{FDE9ED26-AA0C-4A0C-9354-CF8D031E21AD}" dt="2024-03-30T11:05:11.080" v="1167" actId="478"/>
          <ac:spMkLst>
            <pc:docMk/>
            <pc:sldMk cId="3321708205" sldId="364"/>
            <ac:spMk id="22" creationId="{451FBF7E-6643-0E54-951D-FFB988E923FF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23" creationId="{F83C8AB4-7B49-421D-A5BF-9521D8D10C52}"/>
          </ac:spMkLst>
        </pc:spChg>
        <pc:spChg chg="add del mod">
          <ac:chgData name="Bee Bee" userId="db2ad0fc27c4b2da" providerId="LiveId" clId="{FDE9ED26-AA0C-4A0C-9354-CF8D031E21AD}" dt="2024-03-30T10:59:00.179" v="725" actId="478"/>
          <ac:spMkLst>
            <pc:docMk/>
            <pc:sldMk cId="3321708205" sldId="364"/>
            <ac:spMk id="24" creationId="{AE766C12-5DED-13F8-BB5E-FC767D288572}"/>
          </ac:spMkLst>
        </pc:spChg>
        <pc:spChg chg="add del mod">
          <ac:chgData name="Bee Bee" userId="db2ad0fc27c4b2da" providerId="LiveId" clId="{FDE9ED26-AA0C-4A0C-9354-CF8D031E21AD}" dt="2024-03-30T10:59:02.993" v="726" actId="478"/>
          <ac:spMkLst>
            <pc:docMk/>
            <pc:sldMk cId="3321708205" sldId="364"/>
            <ac:spMk id="25" creationId="{49D4B9CB-3105-D424-65FE-BED4DDEF5C17}"/>
          </ac:spMkLst>
        </pc:spChg>
        <pc:spChg chg="add mod or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26" creationId="{7C56AD89-663D-3B65-C02D-8D04D2CEDA49}"/>
          </ac:spMkLst>
        </pc:spChg>
        <pc:spChg chg="add del mod">
          <ac:chgData name="Bee Bee" userId="db2ad0fc27c4b2da" providerId="LiveId" clId="{FDE9ED26-AA0C-4A0C-9354-CF8D031E21AD}" dt="2024-03-30T11:04:26.159" v="1149" actId="478"/>
          <ac:spMkLst>
            <pc:docMk/>
            <pc:sldMk cId="3321708205" sldId="364"/>
            <ac:spMk id="27" creationId="{635315CF-086A-FFC7-54EA-EAEF0FF70526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28" creationId="{DBF21646-A8BD-3FBD-BF62-777BDEA89EAE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29" creationId="{7FE3379B-B94E-D960-AB6B-F878250C998D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30" creationId="{8020D3B7-1BC1-1D64-0743-65E7EEC833EF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31" creationId="{A82A2399-2EFB-6634-7ADB-2708A40731AC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32" creationId="{7D8C1D60-21F8-E7EF-9AE2-1202A5C19823}"/>
          </ac:spMkLst>
        </pc:spChg>
        <pc:spChg chg="add mod">
          <ac:chgData name="Bee Bee" userId="db2ad0fc27c4b2da" providerId="LiveId" clId="{FDE9ED26-AA0C-4A0C-9354-CF8D031E21AD}" dt="2024-03-30T11:23:47.114" v="1748" actId="1035"/>
          <ac:spMkLst>
            <pc:docMk/>
            <pc:sldMk cId="3321708205" sldId="364"/>
            <ac:spMk id="33" creationId="{25B1F87E-308C-48EA-7101-BC874B63298E}"/>
          </ac:spMkLst>
        </pc:spChg>
        <pc:spChg chg="add mod ord">
          <ac:chgData name="Bee Bee" userId="db2ad0fc27c4b2da" providerId="LiveId" clId="{FDE9ED26-AA0C-4A0C-9354-CF8D031E21AD}" dt="2024-03-30T12:54:06.867" v="3049" actId="1038"/>
          <ac:spMkLst>
            <pc:docMk/>
            <pc:sldMk cId="3321708205" sldId="364"/>
            <ac:spMk id="34" creationId="{14C4A82C-8D8E-16FA-C618-7C07CD5C45E6}"/>
          </ac:spMkLst>
        </pc:spChg>
        <pc:spChg chg="add mod ord">
          <ac:chgData name="Bee Bee" userId="db2ad0fc27c4b2da" providerId="LiveId" clId="{FDE9ED26-AA0C-4A0C-9354-CF8D031E21AD}" dt="2024-03-30T12:54:06.867" v="3049" actId="1038"/>
          <ac:spMkLst>
            <pc:docMk/>
            <pc:sldMk cId="3321708205" sldId="364"/>
            <ac:spMk id="35" creationId="{184C73BA-259D-6287-400F-B660489343CC}"/>
          </ac:spMkLst>
        </pc:spChg>
        <pc:spChg chg="add mod ord">
          <ac:chgData name="Bee Bee" userId="db2ad0fc27c4b2da" providerId="LiveId" clId="{FDE9ED26-AA0C-4A0C-9354-CF8D031E21AD}" dt="2024-03-30T12:54:06.867" v="3049" actId="1038"/>
          <ac:spMkLst>
            <pc:docMk/>
            <pc:sldMk cId="3321708205" sldId="364"/>
            <ac:spMk id="36" creationId="{9EE03B93-C5BB-1CFA-B4C7-CBC99B5D233E}"/>
          </ac:spMkLst>
        </pc:spChg>
        <pc:spChg chg="add mod ord">
          <ac:chgData name="Bee Bee" userId="db2ad0fc27c4b2da" providerId="LiveId" clId="{FDE9ED26-AA0C-4A0C-9354-CF8D031E21AD}" dt="2024-03-30T12:54:06.867" v="3049" actId="1038"/>
          <ac:spMkLst>
            <pc:docMk/>
            <pc:sldMk cId="3321708205" sldId="364"/>
            <ac:spMk id="37" creationId="{30F0BE75-C34D-6F09-A386-B690A3486864}"/>
          </ac:spMkLst>
        </pc:spChg>
        <pc:picChg chg="add mod">
          <ac:chgData name="Bee Bee" userId="db2ad0fc27c4b2da" providerId="LiveId" clId="{FDE9ED26-AA0C-4A0C-9354-CF8D031E21AD}" dt="2024-03-30T11:24:34.914" v="1754" actId="167"/>
          <ac:picMkLst>
            <pc:docMk/>
            <pc:sldMk cId="3321708205" sldId="364"/>
            <ac:picMk id="38" creationId="{D4389A63-39E6-9E45-A6DB-C97A9216F6FA}"/>
          </ac:picMkLst>
        </pc:picChg>
        <pc:cxnChg chg="del">
          <ac:chgData name="Bee Bee" userId="db2ad0fc27c4b2da" providerId="LiveId" clId="{FDE9ED26-AA0C-4A0C-9354-CF8D031E21AD}" dt="2024-03-30T11:23:38.678" v="1728" actId="478"/>
          <ac:cxnSpMkLst>
            <pc:docMk/>
            <pc:sldMk cId="3321708205" sldId="364"/>
            <ac:cxnSpMk id="3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036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41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50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5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16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335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56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32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08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364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21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4DEACC-49E5-4753-8BA9-D941F60EBCB5}" type="datetimeFigureOut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5FF68-E4CA-45DC-B10A-0124F15B5F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586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3.png"/><Relationship Id="rId7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microsoft.com/office/2007/relationships/hdphoto" Target="../media/hdphoto1.wdp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0.png"/><Relationship Id="rId21" Type="http://schemas.openxmlformats.org/officeDocument/2006/relationships/image" Target="../media/image88.png"/><Relationship Id="rId7" Type="http://schemas.openxmlformats.org/officeDocument/2006/relationships/image" Target="../media/image74.png"/><Relationship Id="rId12" Type="http://schemas.openxmlformats.org/officeDocument/2006/relationships/image" Target="../media/image79.png"/><Relationship Id="rId17" Type="http://schemas.openxmlformats.org/officeDocument/2006/relationships/image" Target="../media/image84.png"/><Relationship Id="rId2" Type="http://schemas.openxmlformats.org/officeDocument/2006/relationships/image" Target="../media/image69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11" Type="http://schemas.openxmlformats.org/officeDocument/2006/relationships/image" Target="../media/image78.png"/><Relationship Id="rId5" Type="http://schemas.openxmlformats.org/officeDocument/2006/relationships/image" Target="../media/image72.png"/><Relationship Id="rId15" Type="http://schemas.openxmlformats.org/officeDocument/2006/relationships/image" Target="../media/image82.png"/><Relationship Id="rId10" Type="http://schemas.openxmlformats.org/officeDocument/2006/relationships/image" Target="../media/image77.png"/><Relationship Id="rId19" Type="http://schemas.openxmlformats.org/officeDocument/2006/relationships/image" Target="../media/image86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Relationship Id="rId14" Type="http://schemas.openxmlformats.org/officeDocument/2006/relationships/image" Target="../media/image81.png"/><Relationship Id="rId22" Type="http://schemas.microsoft.com/office/2007/relationships/hdphoto" Target="../media/hdphoto3.wdp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5" Type="http://schemas.microsoft.com/office/2007/relationships/hdphoto" Target="../media/hdphoto4.wdp"/><Relationship Id="rId4" Type="http://schemas.openxmlformats.org/officeDocument/2006/relationships/image" Target="../media/image9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92.png"/><Relationship Id="rId7" Type="http://schemas.microsoft.com/office/2007/relationships/hdphoto" Target="../media/hdphoto1.wdp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9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7" Type="http://schemas.openxmlformats.org/officeDocument/2006/relationships/image" Target="../media/image9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5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95.png"/><Relationship Id="rId7" Type="http://schemas.openxmlformats.org/officeDocument/2006/relationships/image" Target="../media/image8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96.png"/><Relationship Id="rId4" Type="http://schemas.microsoft.com/office/2007/relationships/hdphoto" Target="../media/hdphoto5.wdp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948526"/>
              </p:ext>
            </p:extLst>
          </p:nvPr>
        </p:nvGraphicFramePr>
        <p:xfrm>
          <a:off x="540914" y="515155"/>
          <a:ext cx="11062951" cy="621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062">
                  <a:extLst>
                    <a:ext uri="{9D8B030D-6E8A-4147-A177-3AD203B41FA5}">
                      <a16:colId xmlns:a16="http://schemas.microsoft.com/office/drawing/2014/main" val="21687858"/>
                    </a:ext>
                  </a:extLst>
                </a:gridCol>
                <a:gridCol w="9165889">
                  <a:extLst>
                    <a:ext uri="{9D8B030D-6E8A-4147-A177-3AD203B41FA5}">
                      <a16:colId xmlns:a16="http://schemas.microsoft.com/office/drawing/2014/main" val="761548432"/>
                    </a:ext>
                  </a:extLst>
                </a:gridCol>
              </a:tblGrid>
              <a:tr h="693933"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1. </a:t>
                      </a: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กระบวนการ (</a:t>
                      </a:r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Process)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ENG-02/04/05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การสร้างแก้ไขข้อมูลสูตรการผลิต (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BOM)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ของรายการ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WIP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6691132"/>
                  </a:ext>
                </a:extLst>
              </a:tr>
              <a:tr h="999264">
                <a:tc>
                  <a:txBody>
                    <a:bodyPr/>
                    <a:lstStyle/>
                    <a:p>
                      <a:r>
                        <a:rPr lang="en-US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2. </a:t>
                      </a:r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ข้อมูลที่ต้องใช้</a:t>
                      </a:r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endParaRPr lang="en-US" sz="2100" i="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In put)</a:t>
                      </a:r>
                      <a:endParaRPr lang="en-US" sz="21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เอกสารสูตรการผลิต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วัตถุดิบ /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Premix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Revision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4712708"/>
                  </a:ext>
                </a:extLst>
              </a:tr>
              <a:tr h="1609925">
                <a:tc>
                  <a:txBody>
                    <a:bodyPr/>
                    <a:lstStyle/>
                    <a:p>
                      <a:r>
                        <a:rPr lang="en-US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3.</a:t>
                      </a:r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ขั้นตอนย่อย </a:t>
                      </a:r>
                      <a:endParaRPr lang="en-US" sz="2100" i="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Sub process)</a:t>
                      </a:r>
                      <a:endParaRPr lang="en-US" sz="21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การสร้างแฟ้มงาน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revision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การสร้าง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/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แก้ไข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Bill of Material (BOM) (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เลือกรายการที่ต้องการจัดทำ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Check out part)</a:t>
                      </a: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การจัดเก็บข้อมูลเข้าระบบ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(Check in all)</a:t>
                      </a:r>
                      <a:endParaRPr lang="th-TH" sz="210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pPr marL="342900" indent="-342900">
                        <a:buAutoNum type="arabicPeriod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ตรวจสอบการนำเข้าข้อมูลในระบบ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6092378"/>
                  </a:ext>
                </a:extLst>
              </a:tr>
              <a:tr h="1304595">
                <a:tc>
                  <a:txBody>
                    <a:bodyPr/>
                    <a:lstStyle/>
                    <a:p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4. ความเสี่ยง </a:t>
                      </a:r>
                    </a:p>
                    <a:p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Risk)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10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R1.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วัตถุดิบ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ไม่ครบถ้วน หรือไม่ถูกต้อง</a:t>
                      </a:r>
                    </a:p>
                    <a:p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R2.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Part Premix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ไม่ครบถ้วน หรือไม่ถูกต้อง</a:t>
                      </a:r>
                    </a:p>
                    <a:p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R3.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อ้างอิงเอกสารสูตรการผลิตผิด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Revision</a:t>
                      </a:r>
                      <a:endParaRPr lang="th-TH" sz="210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4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.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ข้อมูลสูตรการผลิตผิด</a:t>
                      </a:r>
                      <a:endParaRPr lang="en-US" sz="210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9285334"/>
                  </a:ext>
                </a:extLst>
              </a:tr>
              <a:tr h="1084745">
                <a:tc>
                  <a:txBody>
                    <a:bodyPr/>
                    <a:lstStyle/>
                    <a:p>
                      <a:r>
                        <a:rPr lang="th-TH" sz="2100" i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5. จุดควบคุม</a:t>
                      </a:r>
                    </a:p>
                    <a:p>
                      <a:r>
                        <a:rPr lang="th-TH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(</a:t>
                      </a:r>
                      <a:r>
                        <a:rPr lang="en-US" sz="2100" i="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Control point)</a:t>
                      </a:r>
                      <a:endParaRPr lang="en-US" sz="2100" i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ตรวจสอบข้อมูลกับฝ่ายต้นทุน</a:t>
                      </a:r>
                    </a:p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ตรวจสอบข้อมูลการรัน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Code Part </a:t>
                      </a: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ของแผนก </a:t>
                      </a:r>
                      <a:r>
                        <a:rPr lang="en-US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RD</a:t>
                      </a:r>
                      <a:endParaRPr lang="th-TH" sz="2100" baseline="0" dirty="0">
                        <a:latin typeface="Cordia New" panose="020B0304020202020204" pitchFamily="34" charset="-34"/>
                        <a:cs typeface="Cordia New" panose="020B0304020202020204" pitchFamily="34" charset="-34"/>
                      </a:endParaRPr>
                    </a:p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ตรวจสอบข้อมูลจากบัญชีแม่บท</a:t>
                      </a:r>
                    </a:p>
                    <a:p>
                      <a:pPr marL="342900" indent="-342900">
                        <a:buAutoNum type="arabicParenBoth"/>
                      </a:pPr>
                      <a:r>
                        <a:rPr lang="th-TH" sz="2100" baseline="0" dirty="0">
                          <a:latin typeface="Cordia New" panose="020B0304020202020204" pitchFamily="34" charset="-34"/>
                          <a:cs typeface="Cordia New" panose="020B0304020202020204" pitchFamily="34" charset="-34"/>
                        </a:rPr>
                        <a:t>ตรวจสอบข้อมูลเปรียบเทียบกับสูตรทดลองจากแฟ้มพัฒนาผลิตภัณฑ์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145266"/>
                  </a:ext>
                </a:extLst>
              </a:tr>
            </a:tbl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>
          <a:xfrm>
            <a:off x="0" y="64395"/>
            <a:ext cx="6599724" cy="45076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ENG-02/04/05 </a:t>
            </a:r>
            <a:r>
              <a:rPr lang="th-TH" sz="3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การสร้างแก้ไขข้อมูลสูตรการผลิต</a:t>
            </a:r>
            <a:r>
              <a:rPr lang="en-US" sz="30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endParaRPr lang="en-US" sz="3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178872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0 Pastel Desktop Wallpapers, 51% OFF | medisur-rgl.com.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ffectLst>
            <a:outerShdw blurRad="50800" dir="5400000" algn="ctr" rotWithShape="0">
              <a:srgbClr val="000000">
                <a:alpha val="43137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0" y="2912975"/>
            <a:ext cx="12192000" cy="10320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rgbClr val="002060"/>
            </a:solidFill>
            <a:prstDash val="sysDash"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1" dirty="0"/>
              <a:t>                    Epicor UAT Environment</a:t>
            </a:r>
            <a:endParaRPr lang="en-US" sz="9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753" y="2304509"/>
            <a:ext cx="1653661" cy="2248979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97E3EDB-DDA0-C79C-B8D0-4D7337A1AB91}"/>
              </a:ext>
            </a:extLst>
          </p:cNvPr>
          <p:cNvSpPr txBox="1">
            <a:spLocks/>
          </p:cNvSpPr>
          <p:nvPr/>
        </p:nvSpPr>
        <p:spPr>
          <a:xfrm>
            <a:off x="10595399" y="3945024"/>
            <a:ext cx="1596601" cy="31711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1400" b="1" dirty="0"/>
              <a:t>Presented by R&amp;D </a:t>
            </a:r>
          </a:p>
        </p:txBody>
      </p:sp>
    </p:spTree>
    <p:extLst>
      <p:ext uri="{BB962C8B-B14F-4D97-AF65-F5344CB8AC3E}">
        <p14:creationId xmlns:p14="http://schemas.microsoft.com/office/powerpoint/2010/main" val="1738229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87442" y="839014"/>
            <a:ext cx="5041381" cy="92333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352" y="1920423"/>
            <a:ext cx="9413648" cy="494982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442" y="50443"/>
            <a:ext cx="6599724" cy="692498"/>
          </a:xfrm>
        </p:spPr>
        <p:txBody>
          <a:bodyPr anchor="ctr">
            <a:normAutofit/>
          </a:bodyPr>
          <a:lstStyle/>
          <a:p>
            <a:pPr algn="l"/>
            <a:r>
              <a:rPr lang="en-US" sz="3200" b="1" dirty="0"/>
              <a:t>Login To Start </a:t>
            </a:r>
            <a:endParaRPr lang="en-US" sz="5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187443" y="839014"/>
            <a:ext cx="39135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1. Log in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เข้าระบบ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187442" y="1300679"/>
            <a:ext cx="5613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2.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User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สามารถเลือก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Site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การทำงานได้ (ตามสิทธิ์ที่ถูกกำหนด)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195477" y="3488555"/>
            <a:ext cx="1810947" cy="122511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Left Arrow 17"/>
          <p:cNvSpPr/>
          <p:nvPr/>
        </p:nvSpPr>
        <p:spPr>
          <a:xfrm rot="10800000">
            <a:off x="2569198" y="3581933"/>
            <a:ext cx="425003" cy="676142"/>
          </a:xfrm>
          <a:prstGeom prst="leftArrow">
            <a:avLst>
              <a:gd name="adj1" fmla="val 50000"/>
              <a:gd name="adj2" fmla="val 3132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Start - Free web icon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715" y="0"/>
            <a:ext cx="1009490" cy="100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711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ute Background Pastel Images - Free Download on Freepi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76"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Group 15"/>
          <p:cNvGrpSpPr/>
          <p:nvPr/>
        </p:nvGrpSpPr>
        <p:grpSpPr>
          <a:xfrm>
            <a:off x="1634684" y="168149"/>
            <a:ext cx="8925184" cy="6528974"/>
            <a:chOff x="1235438" y="142391"/>
            <a:chExt cx="8925184" cy="6528974"/>
          </a:xfrm>
        </p:grpSpPr>
        <p:sp>
          <p:nvSpPr>
            <p:cNvPr id="15" name="Donut 14"/>
            <p:cNvSpPr/>
            <p:nvPr/>
          </p:nvSpPr>
          <p:spPr>
            <a:xfrm>
              <a:off x="1996226" y="734093"/>
              <a:ext cx="7521261" cy="5331853"/>
            </a:xfrm>
            <a:prstGeom prst="donut">
              <a:avLst>
                <a:gd name="adj" fmla="val 491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" name="Oval 2"/>
            <p:cNvSpPr/>
            <p:nvPr/>
          </p:nvSpPr>
          <p:spPr>
            <a:xfrm>
              <a:off x="4324085" y="2253058"/>
              <a:ext cx="2736000" cy="2344702"/>
            </a:xfrm>
            <a:prstGeom prst="ellipse">
              <a:avLst/>
            </a:prstGeom>
            <a:solidFill>
              <a:srgbClr val="669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4746562" y="2873875"/>
              <a:ext cx="1891046" cy="11079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6600" b="1" dirty="0">
                  <a:latin typeface="Calibri Light" panose="020F0302020204030204" pitchFamily="34" charset="0"/>
                  <a:cs typeface="Cordia New" panose="020B0304020202020204" pitchFamily="34" charset="-34"/>
                </a:rPr>
                <a:t>BOM</a:t>
              </a:r>
              <a:endParaRPr lang="en-US" sz="6000" b="1" dirty="0">
                <a:latin typeface="Calibri Light" panose="020F0302020204030204" pitchFamily="34" charset="0"/>
                <a:cs typeface="Cordia New" panose="020B0304020202020204" pitchFamily="34" charset="-34"/>
              </a:endParaRPr>
            </a:p>
          </p:txBody>
        </p:sp>
        <p:sp>
          <p:nvSpPr>
            <p:cNvPr id="4" name="Oval 3"/>
            <p:cNvSpPr/>
            <p:nvPr/>
          </p:nvSpPr>
          <p:spPr>
            <a:xfrm>
              <a:off x="4938721" y="142391"/>
              <a:ext cx="1584000" cy="1584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5019512" y="580448"/>
              <a:ext cx="1422418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latin typeface="Calibri Light" panose="020F0302020204030204" pitchFamily="34" charset="0"/>
                  <a:cs typeface="Cordia New" panose="020B0304020202020204" pitchFamily="34" charset="-34"/>
                </a:rPr>
                <a:t>SU Part Monitor</a:t>
              </a:r>
              <a:endParaRPr lang="en-US" b="1" dirty="0">
                <a:latin typeface="Calibri Light" panose="020F0302020204030204" pitchFamily="34" charset="0"/>
                <a:cs typeface="Cordia New" panose="020B0304020202020204" pitchFamily="34" charset="-34"/>
              </a:endParaRPr>
            </a:p>
          </p:txBody>
        </p:sp>
        <p:sp>
          <p:nvSpPr>
            <p:cNvPr id="7" name="Oval 6"/>
            <p:cNvSpPr/>
            <p:nvPr/>
          </p:nvSpPr>
          <p:spPr>
            <a:xfrm>
              <a:off x="8576622" y="2513782"/>
              <a:ext cx="1584000" cy="1584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8675291" y="2951839"/>
              <a:ext cx="1380598" cy="70788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latin typeface="Calibri Light" panose="020F0302020204030204" pitchFamily="34" charset="0"/>
                  <a:cs typeface="Cordia New" panose="020B0304020202020204" pitchFamily="34" charset="-34"/>
                </a:rPr>
                <a:t>CP Method Tracker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1388961" y="2513782"/>
              <a:ext cx="1584000" cy="158400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1235438" y="3033103"/>
              <a:ext cx="1891046" cy="64633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b="1" dirty="0">
                  <a:latin typeface="Calibri Light" panose="020F0302020204030204" pitchFamily="34" charset="0"/>
                  <a:cs typeface="Cordia New" panose="020B0304020202020204" pitchFamily="34" charset="-34"/>
                </a:rPr>
                <a:t>CP Engineering Workbench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4977315" y="5087365"/>
              <a:ext cx="1584000" cy="1584000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4823792" y="5679310"/>
              <a:ext cx="1891046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latin typeface="Calibri Light" panose="020F0302020204030204" pitchFamily="34" charset="0"/>
                  <a:cs typeface="Cordia New" panose="020B0304020202020204" pitchFamily="34" charset="-34"/>
                </a:rPr>
                <a:t>CP Part</a:t>
              </a:r>
              <a:endParaRPr lang="en-US" b="1" dirty="0">
                <a:latin typeface="Calibri Light" panose="020F0302020204030204" pitchFamily="34" charset="0"/>
                <a:cs typeface="Cordia New" panose="020B0304020202020204" pitchFamily="34" charset="-3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4810956" y="5679310"/>
              <a:ext cx="1891046" cy="40011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2000" b="1" dirty="0">
                  <a:latin typeface="Calibri Light" panose="020F0302020204030204" pitchFamily="34" charset="0"/>
                  <a:cs typeface="Cordia New" panose="020B0304020202020204" pitchFamily="34" charset="-34"/>
                </a:rPr>
                <a:t>CP Part</a:t>
              </a:r>
              <a:endParaRPr lang="en-US" b="1" dirty="0">
                <a:latin typeface="Calibri Light" panose="020F0302020204030204" pitchFamily="34" charset="0"/>
                <a:cs typeface="Cordia New" panose="020B0304020202020204" pitchFamily="34" charset="-34"/>
              </a:endParaRPr>
            </a:p>
          </p:txBody>
        </p:sp>
      </p:grp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" y="-27486"/>
            <a:ext cx="3732590" cy="494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00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442" y="50443"/>
            <a:ext cx="6599724" cy="692498"/>
          </a:xfrm>
        </p:spPr>
        <p:txBody>
          <a:bodyPr anchor="ctr">
            <a:normAutofit/>
          </a:bodyPr>
          <a:lstStyle/>
          <a:p>
            <a:pPr algn="l"/>
            <a:r>
              <a:rPr lang="en-US" sz="3200" b="1" dirty="0"/>
              <a:t>Check Before </a:t>
            </a:r>
            <a:endParaRPr lang="en-US" sz="5400" dirty="0"/>
          </a:p>
        </p:txBody>
      </p:sp>
      <p:cxnSp>
        <p:nvCxnSpPr>
          <p:cNvPr id="13" name="Straight Connector 1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112602" y="2722378"/>
            <a:ext cx="32738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rdia New" panose="020B0304020202020204" pitchFamily="34" charset="-34"/>
                <a:cs typeface="Cordia New" panose="020B0304020202020204" pitchFamily="34" charset="-34"/>
              </a:rPr>
              <a:t>Check </a:t>
            </a:r>
            <a:r>
              <a:rPr lang="th-TH" sz="2800" dirty="0">
                <a:latin typeface="Cordia New" panose="020B0304020202020204" pitchFamily="34" charset="-34"/>
                <a:cs typeface="Cordia New" panose="020B0304020202020204" pitchFamily="34" charset="-34"/>
              </a:rPr>
              <a:t>ว่ามี </a:t>
            </a:r>
            <a:r>
              <a:rPr lang="en-US" sz="28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800" dirty="0">
                <a:latin typeface="Cordia New" panose="020B0304020202020204" pitchFamily="34" charset="-34"/>
                <a:cs typeface="Cordia New" panose="020B0304020202020204" pitchFamily="34" charset="-34"/>
              </a:rPr>
              <a:t>หรือไม่ </a:t>
            </a:r>
            <a:endParaRPr lang="en-US" sz="28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pic>
        <p:nvPicPr>
          <p:cNvPr id="2050" name="Picture 2" descr="Start - Free web icon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3715" y="0"/>
            <a:ext cx="1009490" cy="1009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350783" y="2722378"/>
            <a:ext cx="2478484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CP Method Tracker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350783" y="1552043"/>
            <a:ext cx="2478484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SU Part Monitor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112602" y="1552043"/>
            <a:ext cx="37139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Cordia New" panose="020B0304020202020204" pitchFamily="34" charset="-34"/>
                <a:cs typeface="Cordia New" panose="020B0304020202020204" pitchFamily="34" charset="-34"/>
              </a:rPr>
              <a:t>Check </a:t>
            </a:r>
            <a:r>
              <a:rPr lang="th-TH" sz="2800" dirty="0">
                <a:latin typeface="Cordia New" panose="020B0304020202020204" pitchFamily="34" charset="-34"/>
                <a:cs typeface="Cordia New" panose="020B0304020202020204" pitchFamily="34" charset="-34"/>
              </a:rPr>
              <a:t>ว่ามี </a:t>
            </a:r>
            <a:r>
              <a:rPr lang="en-US" sz="28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800" dirty="0">
                <a:latin typeface="Cordia New" panose="020B0304020202020204" pitchFamily="34" charset="-34"/>
                <a:cs typeface="Cordia New" panose="020B0304020202020204" pitchFamily="34" charset="-34"/>
              </a:rPr>
              <a:t>หรือไม่ </a:t>
            </a:r>
            <a:endParaRPr lang="en-US" sz="28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350783" y="3892713"/>
            <a:ext cx="2478484" cy="52322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CP Part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112603" y="3892713"/>
            <a:ext cx="33630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>
                <a:latin typeface="Cordia New" panose="020B0304020202020204" pitchFamily="34" charset="-34"/>
                <a:cs typeface="Cordia New" panose="020B0304020202020204" pitchFamily="34" charset="-34"/>
              </a:rPr>
              <a:t>สำหรับสร้าง </a:t>
            </a:r>
            <a:r>
              <a:rPr lang="en-US" sz="28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Part Revision</a:t>
            </a:r>
            <a:endParaRPr lang="en-US" sz="28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350783" y="5063048"/>
            <a:ext cx="2478484" cy="95410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CP Engineering Workbench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112603" y="5278491"/>
            <a:ext cx="26548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dirty="0">
                <a:latin typeface="Cordia New" panose="020B0304020202020204" pitchFamily="34" charset="-34"/>
                <a:cs typeface="Cordia New" panose="020B0304020202020204" pitchFamily="34" charset="-34"/>
              </a:rPr>
              <a:t>สำหรับสร้าง </a:t>
            </a:r>
            <a:r>
              <a:rPr lang="en-US" sz="2800" b="1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endParaRPr lang="en-US" sz="28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793" y="1543653"/>
            <a:ext cx="517500" cy="540000"/>
          </a:xfrm>
          <a:prstGeom prst="rect">
            <a:avLst/>
          </a:prstGeom>
        </p:spPr>
      </p:pic>
      <p:pic>
        <p:nvPicPr>
          <p:cNvPr id="26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2631793" y="2705598"/>
            <a:ext cx="503516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750" b="49125" l="40250" r="591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29" t="28766" r="40012" b="50603"/>
          <a:stretch/>
        </p:blipFill>
        <p:spPr bwMode="auto">
          <a:xfrm>
            <a:off x="2632110" y="3875933"/>
            <a:ext cx="517183" cy="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31793" y="5230474"/>
            <a:ext cx="540000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095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0 Pastel Desktop Wallpapers, 51% OFF | medisur-rgl.com.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0" y="2912975"/>
            <a:ext cx="12192000" cy="10320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5">
                <a:lumMod val="50000"/>
              </a:schemeClr>
            </a:solidFill>
            <a:prstDash val="sysDash"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SU Part Monitor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1341745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SU Part Monitor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64944" y="2249249"/>
            <a:ext cx="2980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1.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ค้นหา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SU Part Monitor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ใน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Menu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64945" y="2802628"/>
            <a:ext cx="264447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2. ระบุ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(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ถ้าทราบ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)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หรือ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ระบุ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Description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หรือ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ระบุ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Reference Category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408" y="2007202"/>
            <a:ext cx="3179896" cy="333752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390" y="2007202"/>
            <a:ext cx="5928767" cy="47575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64944" y="4015128"/>
            <a:ext cx="2980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3. สามารถเลือก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Site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ได้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868" y="4406706"/>
            <a:ext cx="6311132" cy="1929942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308361" y="3871848"/>
            <a:ext cx="1800778" cy="2622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7055047" y="5206346"/>
            <a:ext cx="1156834" cy="88346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6787166" y="4212538"/>
            <a:ext cx="566671" cy="86338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64944" y="4550519"/>
            <a:ext cx="2980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4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.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Refresh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3725" y="4576277"/>
            <a:ext cx="399580" cy="35163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4121119" y="2464692"/>
            <a:ext cx="334972" cy="3379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18284" y="940193"/>
            <a:ext cx="105348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เป็นวิธีตรวจสอบว่า ในระบบมีการสร้าง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ที่ต้องใช้สำหรับการสร้าง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ของสูตรผลิตภัณฑ์นั้นๆ แล้วหรือไม่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55593" y="1097450"/>
            <a:ext cx="144000" cy="1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158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8" y="3045924"/>
            <a:ext cx="10888421" cy="2692624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SU Part Monitor</a:t>
            </a:r>
            <a:endParaRPr lang="en-US" sz="5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883668" y="1150581"/>
            <a:ext cx="76148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เช่น ต้องการตรวจสอบ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WIP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เนื้อน้ำจิ้มของน้ำจิ้มไก่ธรรมดา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X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ว่ามีในระบบแล้วหรือไม่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พิมพ์ค้นหา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ระบุ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WA01X9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พบว่า มี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นี้ในระบบแล้ว 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61986" y="1000961"/>
            <a:ext cx="7614873" cy="107001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1489303" y="3273994"/>
            <a:ext cx="1659110" cy="2880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1630971" y="3790088"/>
            <a:ext cx="1659110" cy="2217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621797" y="5491173"/>
            <a:ext cx="10888421" cy="2473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BD194A3-E726-9DC9-3896-2AA2B78DE171}"/>
              </a:ext>
            </a:extLst>
          </p:cNvPr>
          <p:cNvSpPr/>
          <p:nvPr/>
        </p:nvSpPr>
        <p:spPr>
          <a:xfrm rot="5400000">
            <a:off x="720075" y="1283481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D6572C53-759C-7AB9-86CC-524DA6619BA8}"/>
              </a:ext>
            </a:extLst>
          </p:cNvPr>
          <p:cNvSpPr/>
          <p:nvPr/>
        </p:nvSpPr>
        <p:spPr>
          <a:xfrm rot="5400000">
            <a:off x="711112" y="1597250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881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6074" y="1037295"/>
            <a:ext cx="7559334" cy="1852778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SU Part Monitor</a:t>
            </a:r>
            <a:endParaRPr lang="en-US" sz="5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64944" y="1257580"/>
            <a:ext cx="2980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วิธีค้นหาจาก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Reference Category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64944" y="1720846"/>
            <a:ext cx="26444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1.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Click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ขวา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07408" y="1015533"/>
            <a:ext cx="3179896" cy="30799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64944" y="2572698"/>
            <a:ext cx="312236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3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. เช่น ต้องการค้นหาวัตถุดิบส่วนผสม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Sauce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ระบุคำค้นหา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RIS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64944" y="3435813"/>
            <a:ext cx="2980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4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.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Search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64944" y="2117951"/>
            <a:ext cx="31223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2. เลือก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Reference Category Search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5781" y="3161629"/>
            <a:ext cx="5894748" cy="319904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998957" y="1064913"/>
            <a:ext cx="3119285" cy="3863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9300812" y="1384029"/>
            <a:ext cx="1800778" cy="2622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425780" y="6098410"/>
            <a:ext cx="6039627" cy="2622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8925059" y="1720846"/>
            <a:ext cx="978796" cy="415192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939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0 Pastel Desktop Wallpapers, 51% OFF | medisur-rgl.com.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0" y="2912975"/>
            <a:ext cx="12192000" cy="10320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5">
                <a:lumMod val="50000"/>
              </a:schemeClr>
            </a:solidFill>
            <a:prstDash val="sysDash"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CP Method Tracker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4172153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</a:t>
            </a:r>
            <a:r>
              <a:rPr lang="th-TH" sz="3200" b="1" dirty="0"/>
              <a:t> </a:t>
            </a:r>
            <a:r>
              <a:rPr lang="en-US" sz="3200" b="1" dirty="0"/>
              <a:t>Method Tracker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18284" y="940193"/>
            <a:ext cx="79340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เป็นวิธีตรวจสอบว่า ในระบบมี 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BOM/BOO 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ของสูตรผลิตภัณฑ์นั้นๆ แล้วหรือไม่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55593" y="1097450"/>
            <a:ext cx="144000" cy="1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925" y="1621908"/>
            <a:ext cx="7652844" cy="400185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244978" y="1863955"/>
            <a:ext cx="35027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1.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ค้นหา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CP Method Tracker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ใน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Menu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244978" y="2378697"/>
            <a:ext cx="33353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2.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Number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เพื่อค้นหา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ของสูตรผลิตภัณฑ์ที่ต้องการตรวจสอบ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87442" y="1634787"/>
            <a:ext cx="3392885" cy="16173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6284705" y="3239221"/>
            <a:ext cx="1236556" cy="3024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58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</a:t>
            </a:r>
            <a:r>
              <a:rPr lang="th-TH" sz="3200" b="1" dirty="0"/>
              <a:t> </a:t>
            </a:r>
            <a:r>
              <a:rPr lang="en-US" sz="3200" b="1" dirty="0"/>
              <a:t>Method Tracker</a:t>
            </a:r>
            <a:endParaRPr lang="en-US" sz="5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8957" y="938261"/>
            <a:ext cx="7282304" cy="117036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86645" y="1000628"/>
            <a:ext cx="70315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ตัวอย่าง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: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ต้องการตรวจสอบ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ของสูตรน้ำจิ้มไก่ธรรมดา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X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หม้อต้ม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M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น้ำเชื่อม 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           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ระบุ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number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ของน้ำจิ้มไก่ธรรมดา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X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เป็น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WA01X9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และกด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Search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           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พบ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ของน้ำจิ้มไก่ธรรมดา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X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ในระบบ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3" name="Isosceles Triangle 12"/>
          <p:cNvSpPr/>
          <p:nvPr/>
        </p:nvSpPr>
        <p:spPr>
          <a:xfrm rot="5400000">
            <a:off x="1383463" y="1124505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/>
          <p:cNvSpPr/>
          <p:nvPr/>
        </p:nvSpPr>
        <p:spPr>
          <a:xfrm rot="5400000">
            <a:off x="1383463" y="1444849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1383463" y="1765193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415" y="2590800"/>
            <a:ext cx="11314027" cy="3655454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1184674" y="4038783"/>
            <a:ext cx="1236556" cy="3024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10470886" y="3483920"/>
            <a:ext cx="1236556" cy="3024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66394" y="5956663"/>
            <a:ext cx="11050349" cy="3024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24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374" y="2047242"/>
            <a:ext cx="9394695" cy="432692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</a:t>
            </a:r>
            <a:r>
              <a:rPr lang="th-TH" sz="3200" b="1" dirty="0"/>
              <a:t> </a:t>
            </a:r>
            <a:r>
              <a:rPr lang="en-US" sz="3200" b="1" dirty="0"/>
              <a:t>Method Tracker</a:t>
            </a:r>
            <a:endParaRPr lang="en-US" sz="5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38957" y="938261"/>
            <a:ext cx="7823218" cy="8908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69983" y="1000628"/>
            <a:ext cx="75724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เลือก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สูตรน้ำจิ้มไก่ธรรมดา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X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หม้อต้ม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M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น้ำเชื่อม 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กรณีสูตรมี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BOO/BOM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แล้วจะพบข้อมูลในส่วนของ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Operations (BOO)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และ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Materials (BOM)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494807" y="1124864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 rot="5400000">
            <a:off x="494807" y="1445208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1661374" y="3097168"/>
            <a:ext cx="2498502" cy="28915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571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341" y="2759208"/>
            <a:ext cx="8315325" cy="3886200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</a:t>
            </a:r>
            <a:r>
              <a:rPr lang="th-TH" sz="3200" b="1" dirty="0"/>
              <a:t> </a:t>
            </a:r>
            <a:r>
              <a:rPr lang="en-US" sz="3200" b="1" dirty="0"/>
              <a:t>Method Tracker</a:t>
            </a:r>
            <a:endParaRPr lang="en-US" sz="5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38956" y="912503"/>
            <a:ext cx="9600503" cy="8908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69983" y="1000628"/>
            <a:ext cx="91694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ตัวอย่างสูตรน้ำจิ้มไก่ธรรมดา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หม้อต้ม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2S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น้ำตาล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Rev.00</a:t>
            </a:r>
          </a:p>
          <a:p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กรณีสูตรมี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BOO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แต่ไม่มี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BOM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จะพบข้อมูลในส่วนของ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Operations (BOO)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แต่ไม่พบข้อมูลส่วนของ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Materials (BOM)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494807" y="1124864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 rot="5400000">
            <a:off x="494807" y="1445208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2788341" y="3442865"/>
            <a:ext cx="2182904" cy="10174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56" y="2081370"/>
            <a:ext cx="11616462" cy="418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993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</a:t>
            </a:r>
            <a:r>
              <a:rPr lang="th-TH" sz="3200" b="1" dirty="0"/>
              <a:t> </a:t>
            </a:r>
            <a:r>
              <a:rPr lang="en-US" sz="3200" b="1" dirty="0"/>
              <a:t>Method Tracker</a:t>
            </a:r>
            <a:endParaRPr lang="en-US" sz="5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38956" y="912503"/>
            <a:ext cx="8647467" cy="89086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69983" y="1000628"/>
            <a:ext cx="821644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ตัวอย่างสูตรน้ำจิ้มเป็ดย่าง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B</a:t>
            </a:r>
          </a:p>
          <a:p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กรณีสูตรไม่มีทั้ง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BOO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และ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BOM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จะไม่พบข้อมูลทั้งในส่วนของ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Operations (BOO)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และ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Materials (BOM)</a:t>
            </a:r>
          </a:p>
        </p:txBody>
      </p:sp>
      <p:sp>
        <p:nvSpPr>
          <p:cNvPr id="7" name="Isosceles Triangle 6"/>
          <p:cNvSpPr/>
          <p:nvPr/>
        </p:nvSpPr>
        <p:spPr>
          <a:xfrm rot="5400000">
            <a:off x="494807" y="1124864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 rot="5400000">
            <a:off x="494807" y="1445208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42" y="2038426"/>
            <a:ext cx="11520000" cy="63170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2704" y="2794356"/>
            <a:ext cx="8368923" cy="379296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2595299" y="3554569"/>
            <a:ext cx="2182904" cy="7984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5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100 Pastel Desktop Wallpapers, 51% OFF | medisur-rgl.com.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0" y="2912975"/>
            <a:ext cx="12192000" cy="10320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5">
                <a:lumMod val="50000"/>
              </a:schemeClr>
            </a:solidFill>
            <a:prstDash val="sysDash"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CP Part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5822525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191181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Part 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552" y="1585839"/>
            <a:ext cx="6220494" cy="51670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55593" y="1801683"/>
            <a:ext cx="38400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วิธีเข้า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CP Part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สามารถทำได้ 2 รูปแบบ</a:t>
            </a:r>
            <a:endParaRPr lang="en-US" sz="22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21620" y="2345000"/>
            <a:ext cx="3056401" cy="1694648"/>
            <a:chOff x="253469" y="1525070"/>
            <a:chExt cx="3056401" cy="1694648"/>
          </a:xfrm>
        </p:grpSpPr>
        <p:sp>
          <p:nvSpPr>
            <p:cNvPr id="7" name="Rectangle 6"/>
            <p:cNvSpPr/>
            <p:nvPr/>
          </p:nvSpPr>
          <p:spPr>
            <a:xfrm>
              <a:off x="253469" y="1525070"/>
              <a:ext cx="3056401" cy="169464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607929" y="2020352"/>
              <a:ext cx="2483001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1. เลือก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CP Customization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607929" y="2598825"/>
              <a:ext cx="237997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. เลือก </a:t>
              </a:r>
              <a:r>
                <a:rPr lang="en-US" sz="2200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CP Part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253469" y="1589465"/>
              <a:ext cx="945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แบบที่ 1</a:t>
              </a:r>
              <a:endParaRPr lang="en-US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952" y="2698364"/>
            <a:ext cx="360000" cy="375652"/>
          </a:xfrm>
          <a:prstGeom prst="rect">
            <a:avLst/>
          </a:prstGeom>
        </p:spPr>
      </p:pic>
      <p:pic>
        <p:nvPicPr>
          <p:cNvPr id="15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8176551" y="3362715"/>
            <a:ext cx="369244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812413" y="2768781"/>
            <a:ext cx="1274813" cy="292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8610993" y="3417548"/>
            <a:ext cx="867855" cy="3025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18284" y="940193"/>
            <a:ext cx="70017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เป็นวิธีตรวจสอบว่า สูตรผลิตภัณฑ์นั้นๆ มี</a:t>
            </a:r>
            <a:r>
              <a:rPr lang="en-US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Part Revision </a:t>
            </a:r>
            <a:r>
              <a:rPr lang="th-TH" sz="24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หรือไม่</a:t>
            </a:r>
            <a:endParaRPr lang="en-US" sz="24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55593" y="1097450"/>
            <a:ext cx="144000" cy="14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559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191181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Part 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2369" y="852987"/>
            <a:ext cx="5426031" cy="595081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135007" y="1497443"/>
            <a:ext cx="2012768" cy="31847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/>
          <p:cNvGrpSpPr/>
          <p:nvPr/>
        </p:nvGrpSpPr>
        <p:grpSpPr>
          <a:xfrm>
            <a:off x="187442" y="1034358"/>
            <a:ext cx="3507162" cy="926169"/>
            <a:chOff x="253469" y="2358367"/>
            <a:chExt cx="3507162" cy="926169"/>
          </a:xfrm>
        </p:grpSpPr>
        <p:sp>
          <p:nvSpPr>
            <p:cNvPr id="12" name="Rectangle 11"/>
            <p:cNvSpPr/>
            <p:nvPr/>
          </p:nvSpPr>
          <p:spPr>
            <a:xfrm>
              <a:off x="253469" y="2358367"/>
              <a:ext cx="3507162" cy="92616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607929" y="2853649"/>
              <a:ext cx="3044427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กดค้นหาโดยพิมพ์คำว่า </a:t>
              </a:r>
              <a:r>
                <a:rPr lang="en-US" sz="2200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CP Part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253469" y="2422762"/>
              <a:ext cx="945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แบบที่ 2</a:t>
              </a:r>
              <a:endParaRPr lang="en-US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93392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68" y="1018510"/>
            <a:ext cx="6621832" cy="476496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00" y="3867967"/>
            <a:ext cx="6354096" cy="266824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3077076" y="2232484"/>
            <a:ext cx="1149884" cy="3313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6623767" y="4868790"/>
            <a:ext cx="1343067" cy="3332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0938" y="2206726"/>
            <a:ext cx="360000" cy="375652"/>
          </a:xfrm>
          <a:prstGeom prst="rect">
            <a:avLst/>
          </a:prstGeom>
        </p:spPr>
      </p:pic>
      <p:pic>
        <p:nvPicPr>
          <p:cNvPr id="7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8045148" y="4806087"/>
            <a:ext cx="369244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187442" y="50443"/>
            <a:ext cx="191181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Part </a:t>
            </a:r>
            <a:endParaRPr lang="en-US" sz="54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044F657-31A5-B7D2-11E6-A7B4E4574D8B}"/>
              </a:ext>
            </a:extLst>
          </p:cNvPr>
          <p:cNvSpPr txBox="1"/>
          <p:nvPr/>
        </p:nvSpPr>
        <p:spPr>
          <a:xfrm>
            <a:off x="8343325" y="1583549"/>
            <a:ext cx="350277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ค้นหา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Part </a:t>
            </a:r>
            <a:r>
              <a:rPr lang="th-TH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ที่ต้องการตรวจสอบ</a:t>
            </a:r>
          </a:p>
          <a:p>
            <a:r>
              <a:rPr lang="th-TH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        กด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Part</a:t>
            </a:r>
            <a:endParaRPr lang="th-TH" sz="2200" dirty="0">
              <a:solidFill>
                <a:schemeClr val="tx1">
                  <a:lumMod val="75000"/>
                  <a:lumOff val="25000"/>
                </a:schemeClr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        ค้นหาด้วย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Part number </a:t>
            </a:r>
            <a:r>
              <a:rPr lang="th-TH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หรือ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Word</a:t>
            </a:r>
          </a:p>
        </p:txBody>
      </p:sp>
      <p:sp>
        <p:nvSpPr>
          <p:cNvPr id="12" name="Rounded Rectangle 8">
            <a:extLst>
              <a:ext uri="{FF2B5EF4-FFF2-40B4-BE49-F238E27FC236}">
                <a16:creationId xmlns:a16="http://schemas.microsoft.com/office/drawing/2014/main" id="{95436D15-5B92-CAAE-B109-94109C25257A}"/>
              </a:ext>
            </a:extLst>
          </p:cNvPr>
          <p:cNvSpPr/>
          <p:nvPr/>
        </p:nvSpPr>
        <p:spPr>
          <a:xfrm>
            <a:off x="8314557" y="1393656"/>
            <a:ext cx="3560310" cy="126885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75F82FEF-7A29-FD4A-EB60-EE74B5FE7E7E}"/>
              </a:ext>
            </a:extLst>
          </p:cNvPr>
          <p:cNvSpPr/>
          <p:nvPr/>
        </p:nvSpPr>
        <p:spPr>
          <a:xfrm>
            <a:off x="8690470" y="2082951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CB6E40B0-5604-D979-E0EA-855C47BB84A8}"/>
              </a:ext>
            </a:extLst>
          </p:cNvPr>
          <p:cNvSpPr/>
          <p:nvPr/>
        </p:nvSpPr>
        <p:spPr>
          <a:xfrm>
            <a:off x="8690470" y="2408591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1035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191181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Part 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158" y="2381941"/>
            <a:ext cx="8178084" cy="417488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38956" y="912503"/>
            <a:ext cx="10077021" cy="11925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76570" y="997044"/>
            <a:ext cx="96394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ตัวอย่าง สูตรน้ำจิ้มไก่ธรรมดา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หม้อต้ม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2S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น้ำตาล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Rev.00</a:t>
            </a:r>
          </a:p>
          <a:p>
            <a:r>
              <a:rPr lang="th-TH" sz="2200" dirty="0">
                <a:latin typeface="Cordia New" panose="020B0304020202020204" pitchFamily="34" charset="-34"/>
              </a:rPr>
              <a:t>จากการตรวจสอบใน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CP Method Tracker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ของ</a:t>
            </a:r>
            <a:r>
              <a:rPr lang="th-TH" sz="2200" dirty="0">
                <a:latin typeface="Cordia New" panose="020B0304020202020204" pitchFamily="34" charset="-34"/>
              </a:rPr>
              <a:t>สูตรน้ำจิ้มไก่ธรรมดา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 </a:t>
            </a:r>
            <a:r>
              <a:rPr lang="th-TH" sz="2200" dirty="0">
                <a:latin typeface="Cordia New" panose="020B0304020202020204" pitchFamily="34" charset="-34"/>
              </a:rPr>
              <a:t>หม้อต้ม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2S </a:t>
            </a:r>
            <a:r>
              <a:rPr lang="th-TH" sz="2200" dirty="0">
                <a:latin typeface="Cordia New" panose="020B0304020202020204" pitchFamily="34" charset="-34"/>
              </a:rPr>
              <a:t>น้ำตาล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Rev.00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พบมี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BOO 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แต่ไม่มี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BOM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จากการตรวจสอบใน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CP 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พบระบุมีการจัดทำ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แล้ว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&gt;&gt; Click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เข้าไปเพื่อตรวจสอบข้อมูล 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7" name="Isosceles Triangle 6"/>
          <p:cNvSpPr/>
          <p:nvPr/>
        </p:nvSpPr>
        <p:spPr>
          <a:xfrm rot="5400000">
            <a:off x="494807" y="1124864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 rot="5400000">
            <a:off x="494807" y="1445208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 rot="5400000">
            <a:off x="485039" y="1794770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7839171" y="3148810"/>
            <a:ext cx="3868271" cy="1320575"/>
            <a:chOff x="6177251" y="2903696"/>
            <a:chExt cx="3868271" cy="1320575"/>
          </a:xfrm>
        </p:grpSpPr>
        <p:sp>
          <p:nvSpPr>
            <p:cNvPr id="11" name="Rounded Rectangle 10"/>
            <p:cNvSpPr/>
            <p:nvPr/>
          </p:nvSpPr>
          <p:spPr>
            <a:xfrm>
              <a:off x="6177251" y="2903696"/>
              <a:ext cx="3765239" cy="132057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6326339" y="3431176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/>
            <p:cNvSpPr/>
            <p:nvPr/>
          </p:nvSpPr>
          <p:spPr>
            <a:xfrm>
              <a:off x="6324191" y="3763882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D49AF0-9410-4771-ACF4-EDE74B53B1BA}"/>
                </a:ext>
              </a:extLst>
            </p:cNvPr>
            <p:cNvSpPr txBox="1"/>
            <p:nvPr/>
          </p:nvSpPr>
          <p:spPr>
            <a:xfrm>
              <a:off x="6256242" y="2931178"/>
              <a:ext cx="3789280" cy="11079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Note : 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สังเกต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WIP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เนื้อน้ำจิ้มจะมีหน่วยเป็น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kg</a:t>
              </a:r>
              <a:endParaRPr lang="th-TH" sz="2200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ระบบแสดงข้อมูลว่ามีการจัดทำ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BOM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แล้ว</a:t>
              </a:r>
              <a:endParaRPr lang="en-US" sz="2200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8215747" y="5513155"/>
            <a:ext cx="438856" cy="104367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090242" y="5703636"/>
            <a:ext cx="396157" cy="18201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463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80" y="1218905"/>
            <a:ext cx="7961769" cy="3862640"/>
          </a:xfrm>
          <a:prstGeom prst="rect">
            <a:avLst/>
          </a:prstGeom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191181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Part 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65120" y="1373451"/>
            <a:ext cx="3273539" cy="31470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Connector 6"/>
          <p:cNvSpPr/>
          <p:nvPr/>
        </p:nvSpPr>
        <p:spPr>
          <a:xfrm>
            <a:off x="314208" y="1701033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422208" y="1539722"/>
            <a:ext cx="301645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เมื่อตรวจสอบแล้วพบว่า มีการสร้าง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Part Revision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เรียบร้อยแล้ว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3895379" y="2031468"/>
            <a:ext cx="1990265" cy="17935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Connector 13"/>
          <p:cNvSpPr/>
          <p:nvPr/>
        </p:nvSpPr>
        <p:spPr>
          <a:xfrm>
            <a:off x="314208" y="2524680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422208" y="2374279"/>
            <a:ext cx="3016451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ไม่ต้องสร้าง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Revision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ใหม่</a:t>
            </a:r>
          </a:p>
        </p:txBody>
      </p:sp>
      <p:sp>
        <p:nvSpPr>
          <p:cNvPr id="16" name="Flowchart: Connector 15"/>
          <p:cNvSpPr/>
          <p:nvPr/>
        </p:nvSpPr>
        <p:spPr>
          <a:xfrm>
            <a:off x="314208" y="3090074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422208" y="2938988"/>
            <a:ext cx="2876804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สามารถไปดำเนินการสร้าง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BOM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ต่อในขั้นตอนของ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CP Engineering Workbench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(ดูรายละเอียดใน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CP Engineering Workbench)</a:t>
            </a:r>
            <a:endParaRPr lang="th-TH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6844402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624" y="2588197"/>
            <a:ext cx="8696325" cy="3762375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191181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Part </a:t>
            </a:r>
            <a:endParaRPr lang="en-US" sz="5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38956" y="912503"/>
            <a:ext cx="10077021" cy="119253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76570" y="997044"/>
            <a:ext cx="96394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ตัวอย่าง สูตรน้ำจิ้มเป็ดย่าง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 </a:t>
            </a:r>
          </a:p>
          <a:p>
            <a:r>
              <a:rPr lang="th-TH" sz="2200" dirty="0">
                <a:latin typeface="Cordia New" panose="020B0304020202020204" pitchFamily="34" charset="-34"/>
              </a:rPr>
              <a:t>จากการตรวจสอบใน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CP Method Tracker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ของ</a:t>
            </a:r>
            <a:r>
              <a:rPr lang="th-TH" sz="2200" dirty="0">
                <a:latin typeface="Cordia New" panose="020B0304020202020204" pitchFamily="34" charset="-34"/>
              </a:rPr>
              <a:t>สูตรน้ำจิ้มเป็ดย่าง </a:t>
            </a:r>
            <a:r>
              <a:rPr lang="en-US" sz="2200" dirty="0">
                <a:latin typeface="Cordia New" panose="020B0304020202020204" pitchFamily="34" charset="-34"/>
              </a:rPr>
              <a:t>B </a:t>
            </a:r>
            <a:r>
              <a:rPr lang="th-TH" sz="2200" dirty="0">
                <a:latin typeface="Cordia New" panose="020B0304020202020204" pitchFamily="34" charset="-34"/>
              </a:rPr>
              <a:t>ไม่พบการจัดทำ </a:t>
            </a:r>
            <a:r>
              <a:rPr lang="en-US" sz="2200" dirty="0">
                <a:latin typeface="Cordia New" panose="020B0304020202020204" pitchFamily="34" charset="-34"/>
              </a:rPr>
              <a:t>BOM</a:t>
            </a:r>
            <a:endParaRPr lang="en-US" sz="2200" dirty="0">
              <a:solidFill>
                <a:srgbClr val="FF0000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จากการตรวจสอบใน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CP 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พบระบุ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ยังไม่เคยจัดทำ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&gt;&gt; Click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เข้าไปเพื่อตรวจสอบข้อมูล 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7" name="Isosceles Triangle 6"/>
          <p:cNvSpPr/>
          <p:nvPr/>
        </p:nvSpPr>
        <p:spPr>
          <a:xfrm rot="5400000">
            <a:off x="494807" y="1124864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/>
          <p:cNvSpPr/>
          <p:nvPr/>
        </p:nvSpPr>
        <p:spPr>
          <a:xfrm rot="5400000">
            <a:off x="494807" y="1445208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/>
          <p:cNvSpPr/>
          <p:nvPr/>
        </p:nvSpPr>
        <p:spPr>
          <a:xfrm rot="5400000">
            <a:off x="485039" y="1794770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7839172" y="3148810"/>
            <a:ext cx="3687420" cy="1320575"/>
            <a:chOff x="7839172" y="3148810"/>
            <a:chExt cx="3687420" cy="1320575"/>
          </a:xfrm>
        </p:grpSpPr>
        <p:sp>
          <p:nvSpPr>
            <p:cNvPr id="11" name="Rounded Rectangle 10"/>
            <p:cNvSpPr/>
            <p:nvPr/>
          </p:nvSpPr>
          <p:spPr>
            <a:xfrm>
              <a:off x="7839172" y="3148810"/>
              <a:ext cx="3558632" cy="1320575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7988259" y="3676290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/>
            <p:cNvSpPr/>
            <p:nvPr/>
          </p:nvSpPr>
          <p:spPr>
            <a:xfrm>
              <a:off x="7986111" y="4008996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D49AF0-9410-4771-ACF4-EDE74B53B1BA}"/>
                </a:ext>
              </a:extLst>
            </p:cNvPr>
            <p:cNvSpPr txBox="1"/>
            <p:nvPr/>
          </p:nvSpPr>
          <p:spPr>
            <a:xfrm>
              <a:off x="7918162" y="3176292"/>
              <a:ext cx="3608430" cy="11079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Note : 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สังเกต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WIP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เนื้อน้ำจิ้มจะมีหน่วยเป็น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kg</a:t>
              </a:r>
              <a:endParaRPr lang="th-TH" sz="2200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ระบบแสดงข้อมูลว่า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ไม่มีการจัดทำ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BOM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9218269" y="5872766"/>
            <a:ext cx="440886" cy="55857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634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191181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Part 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011" y="1113966"/>
            <a:ext cx="7928431" cy="416821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65120" y="1373451"/>
            <a:ext cx="3273539" cy="314703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/>
          <p:cNvSpPr/>
          <p:nvPr/>
        </p:nvSpPr>
        <p:spPr>
          <a:xfrm>
            <a:off x="314208" y="1701033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422208" y="1539722"/>
            <a:ext cx="3016451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เมื่อตรวจสอบแล้วพบว่า มีการสร้าง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Part Revision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เรียบร้อยแล้ว</a:t>
            </a:r>
          </a:p>
        </p:txBody>
      </p:sp>
      <p:sp>
        <p:nvSpPr>
          <p:cNvPr id="8" name="Flowchart: Connector 7"/>
          <p:cNvSpPr/>
          <p:nvPr/>
        </p:nvSpPr>
        <p:spPr>
          <a:xfrm>
            <a:off x="314208" y="2524680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422208" y="2374279"/>
            <a:ext cx="3016451" cy="43088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ไม่ต้องสร้าง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Revision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ใหม่</a:t>
            </a:r>
          </a:p>
        </p:txBody>
      </p:sp>
      <p:sp>
        <p:nvSpPr>
          <p:cNvPr id="10" name="Flowchart: Connector 9"/>
          <p:cNvSpPr/>
          <p:nvPr/>
        </p:nvSpPr>
        <p:spPr>
          <a:xfrm>
            <a:off x="314208" y="3090074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422208" y="2938988"/>
            <a:ext cx="2836147" cy="144655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สามารถไปดำเนินการสร้าง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BOM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ต่อในขั้นตอนของ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CP Engineering Workbench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(ดูรายละเอียดใน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CP Engineering Workbench)</a:t>
            </a:r>
            <a:endParaRPr lang="th-TH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715207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191181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Part 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957" y="912504"/>
            <a:ext cx="7243668" cy="5154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76571" y="997044"/>
            <a:ext cx="696060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กรณีพบว่า สูตรผลิตภัณฑ์นั้น ยัง 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ไม่มี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Part Revision 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หรือ ต้องการสร้าง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Revision 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ใหม่</a:t>
            </a:r>
            <a:endParaRPr lang="en-US" sz="2200" dirty="0">
              <a:solidFill>
                <a:srgbClr val="FF0000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6" name="Isosceles Triangle 5"/>
          <p:cNvSpPr/>
          <p:nvPr/>
        </p:nvSpPr>
        <p:spPr>
          <a:xfrm rot="5400000">
            <a:off x="494807" y="1124864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344" y="1686872"/>
            <a:ext cx="5905662" cy="24247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3756966" y="1995413"/>
            <a:ext cx="531699" cy="2712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369" y="3076316"/>
            <a:ext cx="6291145" cy="359494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344732" y="3215602"/>
            <a:ext cx="324569" cy="2729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316377" y="4464211"/>
            <a:ext cx="1985944" cy="2237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1250205" y="4785417"/>
            <a:ext cx="2450660" cy="121200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1367712" y="4871479"/>
            <a:ext cx="218227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Revision </a:t>
            </a:r>
            <a:endParaRPr lang="th-TH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กดสัญลักษณ์ 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New Part Revision</a:t>
            </a:r>
            <a:endParaRPr lang="th-TH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9" name="Flowchart: Connector 18"/>
          <p:cNvSpPr/>
          <p:nvPr/>
        </p:nvSpPr>
        <p:spPr>
          <a:xfrm>
            <a:off x="1472542" y="5011383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/>
          <p:cNvSpPr/>
          <p:nvPr/>
        </p:nvSpPr>
        <p:spPr>
          <a:xfrm>
            <a:off x="1472542" y="5339739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Connector 20"/>
          <p:cNvSpPr/>
          <p:nvPr/>
        </p:nvSpPr>
        <p:spPr>
          <a:xfrm>
            <a:off x="1472542" y="5668095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355" y="5311177"/>
            <a:ext cx="238125" cy="2286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6640" y="1943221"/>
            <a:ext cx="360000" cy="375652"/>
          </a:xfrm>
          <a:prstGeom prst="rect">
            <a:avLst/>
          </a:prstGeom>
        </p:spPr>
      </p:pic>
      <p:pic>
        <p:nvPicPr>
          <p:cNvPr id="24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4840571" y="3154086"/>
            <a:ext cx="369244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0750" b="49125" l="40250" r="591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29" t="28766" r="40012" b="50603"/>
          <a:stretch/>
        </p:blipFill>
        <p:spPr bwMode="auto">
          <a:xfrm>
            <a:off x="4835559" y="4370522"/>
            <a:ext cx="379267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48926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458" y="1412640"/>
            <a:ext cx="10171542" cy="4583403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191181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Part </a:t>
            </a:r>
            <a:endParaRPr lang="en-US" sz="5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4748640" y="3335628"/>
            <a:ext cx="2643833" cy="6310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2277729" y="1622737"/>
            <a:ext cx="439713" cy="334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181898" y="3575531"/>
            <a:ext cx="3713649" cy="2305316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329108" y="3689797"/>
            <a:ext cx="356643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กำหนด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Rev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.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กำหนด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Description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Save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ระบบจะแสดง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Revision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ที่สร้างใหม่ 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เช่น สร้าง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Rev.0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หม้อต้ม 2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น้ำตาลของ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สูตร 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ซอสไก่ผัดเม็ดมะม่วง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A</a:t>
            </a:r>
            <a:endParaRPr lang="th-TH" sz="2200" dirty="0">
              <a:solidFill>
                <a:srgbClr val="FF0000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2" name="Flowchart: Connector 11"/>
          <p:cNvSpPr/>
          <p:nvPr/>
        </p:nvSpPr>
        <p:spPr>
          <a:xfrm>
            <a:off x="395302" y="3834074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/>
          <p:cNvSpPr/>
          <p:nvPr/>
        </p:nvSpPr>
        <p:spPr>
          <a:xfrm>
            <a:off x="395302" y="4162430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lowchart: Connector 13"/>
          <p:cNvSpPr/>
          <p:nvPr/>
        </p:nvSpPr>
        <p:spPr>
          <a:xfrm>
            <a:off x="395302" y="4490786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Connector 14"/>
          <p:cNvSpPr/>
          <p:nvPr/>
        </p:nvSpPr>
        <p:spPr>
          <a:xfrm>
            <a:off x="393154" y="4836371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350" y="4430486"/>
            <a:ext cx="247650" cy="2286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308" y="3453160"/>
            <a:ext cx="391788" cy="3960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2779" y="1610162"/>
            <a:ext cx="360000" cy="360000"/>
          </a:xfrm>
          <a:prstGeom prst="rect">
            <a:avLst/>
          </a:prstGeom>
        </p:spPr>
      </p:pic>
      <p:sp>
        <p:nvSpPr>
          <p:cNvPr id="20" name="Right Arrow 19"/>
          <p:cNvSpPr/>
          <p:nvPr/>
        </p:nvSpPr>
        <p:spPr>
          <a:xfrm>
            <a:off x="2172779" y="2612045"/>
            <a:ext cx="280806" cy="4588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924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700" y="1330992"/>
            <a:ext cx="10244300" cy="4666848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191181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Part </a:t>
            </a:r>
            <a:endParaRPr lang="en-US" sz="5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881101" y="3336007"/>
            <a:ext cx="2629888" cy="618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2386851" y="1584009"/>
            <a:ext cx="297241" cy="29554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2498501" y="2928699"/>
            <a:ext cx="280806" cy="4588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/>
          <p:cNvSpPr/>
          <p:nvPr/>
        </p:nvSpPr>
        <p:spPr>
          <a:xfrm>
            <a:off x="456422" y="3864624"/>
            <a:ext cx="3450058" cy="127215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539236" y="3954269"/>
            <a:ext cx="34500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ตัวอย่างสูตร </a:t>
            </a:r>
            <a:r>
              <a:rPr lang="th-TH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กะทิ 5-7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% AD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เดิมมีการสร้าง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Rev.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000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1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แล้ว แต่ต้องการสร้าง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Rev.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000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เพิ่ม</a:t>
            </a:r>
          </a:p>
        </p:txBody>
      </p:sp>
      <p:sp>
        <p:nvSpPr>
          <p:cNvPr id="19" name="Flowchart: Connector 18"/>
          <p:cNvSpPr/>
          <p:nvPr/>
        </p:nvSpPr>
        <p:spPr>
          <a:xfrm>
            <a:off x="605430" y="4098546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169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100 Pastel Desktop Wallpapers, 51% OFF | medisur-rgl.com.a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0" y="2912975"/>
            <a:ext cx="12192000" cy="10320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8575">
            <a:solidFill>
              <a:schemeClr val="accent5">
                <a:lumMod val="50000"/>
              </a:schemeClr>
            </a:solidFill>
            <a:prstDash val="sysDash"/>
          </a:ln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1" dirty="0"/>
              <a:t>CP Engineering Workbench</a:t>
            </a:r>
            <a:r>
              <a:rPr lang="th-TH" sz="6000" b="1" dirty="0"/>
              <a:t> (</a:t>
            </a:r>
            <a:r>
              <a:rPr lang="en-US" sz="6000" b="1" dirty="0"/>
              <a:t>Part BOM</a:t>
            </a:r>
            <a:r>
              <a:rPr lang="th-TH" sz="6000" b="1" dirty="0"/>
              <a:t>)</a:t>
            </a:r>
            <a:endParaRPr lang="en-US" sz="9600" dirty="0"/>
          </a:p>
        </p:txBody>
      </p:sp>
    </p:spTree>
    <p:extLst>
      <p:ext uri="{BB962C8B-B14F-4D97-AF65-F5344CB8AC3E}">
        <p14:creationId xmlns:p14="http://schemas.microsoft.com/office/powerpoint/2010/main" val="3796471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ute Background Pastel Images - Free Download on Freepi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76"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8743" y="2462119"/>
            <a:ext cx="2825692" cy="17851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Data Requested :</a:t>
            </a:r>
            <a:endParaRPr lang="th-TH" sz="22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WIP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เนื้อน้ำจิ้ม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วัตถุดิบ  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Part Premix</a:t>
            </a: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Part Revision</a:t>
            </a:r>
          </a:p>
        </p:txBody>
      </p:sp>
      <p:sp>
        <p:nvSpPr>
          <p:cNvPr id="15" name="Donut 14"/>
          <p:cNvSpPr/>
          <p:nvPr/>
        </p:nvSpPr>
        <p:spPr>
          <a:xfrm>
            <a:off x="2588657" y="759851"/>
            <a:ext cx="7521261" cy="5331853"/>
          </a:xfrm>
          <a:prstGeom prst="donut">
            <a:avLst>
              <a:gd name="adj" fmla="val 491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Oval 2"/>
          <p:cNvSpPr/>
          <p:nvPr/>
        </p:nvSpPr>
        <p:spPr>
          <a:xfrm>
            <a:off x="4916516" y="2278816"/>
            <a:ext cx="2736000" cy="2344702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5338993" y="2899633"/>
            <a:ext cx="1891046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600" b="1" dirty="0">
                <a:latin typeface="Calibri Light" panose="020F0302020204030204" pitchFamily="34" charset="0"/>
                <a:cs typeface="Cordia New" panose="020B0304020202020204" pitchFamily="34" charset="-34"/>
              </a:rPr>
              <a:t>BOM</a:t>
            </a:r>
            <a:endParaRPr lang="en-US" sz="6000" b="1" dirty="0">
              <a:latin typeface="Calibri Light" panose="020F03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5416223" y="5705068"/>
            <a:ext cx="189104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latin typeface="Calibri Light" panose="020F0302020204030204" pitchFamily="34" charset="0"/>
                <a:cs typeface="Cordia New" panose="020B0304020202020204" pitchFamily="34" charset="-34"/>
              </a:rPr>
              <a:t>CP Part</a:t>
            </a:r>
            <a:endParaRPr lang="en-US" b="1" dirty="0">
              <a:latin typeface="Calibri Light" panose="020F03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17" name="Striped Right Arrow 16"/>
          <p:cNvSpPr/>
          <p:nvPr/>
        </p:nvSpPr>
        <p:spPr>
          <a:xfrm rot="2492046">
            <a:off x="8747300" y="1482211"/>
            <a:ext cx="920646" cy="842486"/>
          </a:xfrm>
          <a:prstGeom prst="stripedRightArrow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Striped Right Arrow 20"/>
          <p:cNvSpPr/>
          <p:nvPr/>
        </p:nvSpPr>
        <p:spPr>
          <a:xfrm rot="9524244">
            <a:off x="7452739" y="5271652"/>
            <a:ext cx="920646" cy="842486"/>
          </a:xfrm>
          <a:prstGeom prst="stripedRightArrow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triped Right Arrow 21"/>
          <p:cNvSpPr/>
          <p:nvPr/>
        </p:nvSpPr>
        <p:spPr>
          <a:xfrm rot="13683709">
            <a:off x="2894044" y="4360030"/>
            <a:ext cx="920646" cy="842486"/>
          </a:xfrm>
          <a:prstGeom prst="stripedRightArrow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953740" y="543236"/>
            <a:ext cx="3709160" cy="76944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ตรวจสอบข้อมูล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WIP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เนื้อน้ำจิ้ม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ตรวจสอบข้อมูล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วัตถุดิบ /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Premix</a:t>
            </a:r>
          </a:p>
        </p:txBody>
      </p:sp>
      <p:sp>
        <p:nvSpPr>
          <p:cNvPr id="4" name="Oval 3"/>
          <p:cNvSpPr/>
          <p:nvPr/>
        </p:nvSpPr>
        <p:spPr>
          <a:xfrm>
            <a:off x="5531152" y="168149"/>
            <a:ext cx="1584000" cy="1584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5637701" y="574014"/>
            <a:ext cx="142241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latin typeface="Calibri Light" panose="020F0302020204030204" pitchFamily="34" charset="0"/>
                <a:cs typeface="Cordia New" panose="020B0304020202020204" pitchFamily="34" charset="-34"/>
              </a:rPr>
              <a:t>SU Part Monitor</a:t>
            </a:r>
            <a:endParaRPr lang="en-US" b="1" dirty="0">
              <a:latin typeface="Calibri Light" panose="020F03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10717183" y="3116096"/>
            <a:ext cx="1468972" cy="43088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ตรวจสอบ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</a:t>
            </a:r>
          </a:p>
        </p:txBody>
      </p:sp>
      <p:sp>
        <p:nvSpPr>
          <p:cNvPr id="7" name="Oval 6"/>
          <p:cNvSpPr/>
          <p:nvPr/>
        </p:nvSpPr>
        <p:spPr>
          <a:xfrm>
            <a:off x="9169053" y="2539540"/>
            <a:ext cx="1584000" cy="1584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9267722" y="2977597"/>
            <a:ext cx="1380598" cy="70788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latin typeface="Calibri Light" panose="020F0302020204030204" pitchFamily="34" charset="0"/>
                <a:cs typeface="Cordia New" panose="020B0304020202020204" pitchFamily="34" charset="-34"/>
              </a:rPr>
              <a:t>CP Method Tracker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518215" y="5711596"/>
            <a:ext cx="2110366" cy="43088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ตรวจสอบ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Revision</a:t>
            </a:r>
          </a:p>
        </p:txBody>
      </p:sp>
      <p:sp>
        <p:nvSpPr>
          <p:cNvPr id="11" name="Oval 10"/>
          <p:cNvSpPr/>
          <p:nvPr/>
        </p:nvSpPr>
        <p:spPr>
          <a:xfrm>
            <a:off x="5569746" y="5113123"/>
            <a:ext cx="1584000" cy="1584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5403387" y="5705068"/>
            <a:ext cx="1891046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000" b="1" dirty="0">
                <a:latin typeface="Calibri Light" panose="020F0302020204030204" pitchFamily="34" charset="0"/>
                <a:cs typeface="Cordia New" panose="020B0304020202020204" pitchFamily="34" charset="-34"/>
              </a:rPr>
              <a:t>CP Part</a:t>
            </a:r>
            <a:endParaRPr lang="en-US" b="1" dirty="0">
              <a:latin typeface="Calibri Light" panose="020F03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26" name="Isosceles Triangle 25"/>
          <p:cNvSpPr/>
          <p:nvPr/>
        </p:nvSpPr>
        <p:spPr>
          <a:xfrm rot="5400000">
            <a:off x="139486" y="2921276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139486" y="3253126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/>
          <p:cNvSpPr/>
          <p:nvPr/>
        </p:nvSpPr>
        <p:spPr>
          <a:xfrm rot="5400000">
            <a:off x="139486" y="3584976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981392" y="2539540"/>
            <a:ext cx="1584000" cy="1584000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1827869" y="3058861"/>
            <a:ext cx="1891046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Calibri Light" panose="020F0302020204030204" pitchFamily="34" charset="0"/>
                <a:cs typeface="Cordia New" panose="020B0304020202020204" pitchFamily="34" charset="-34"/>
              </a:rPr>
              <a:t>CP Engineering Workbench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139486" y="3925099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5052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4423" y="820089"/>
            <a:ext cx="5553694" cy="5861770"/>
          </a:xfrm>
          <a:prstGeom prst="rect">
            <a:avLst/>
          </a:prstGeom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6145487" y="3982982"/>
            <a:ext cx="1543200" cy="23504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6145487" y="4687030"/>
            <a:ext cx="989408" cy="23611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6287155" y="5139162"/>
            <a:ext cx="1234106" cy="25298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8463684" y="6031799"/>
            <a:ext cx="1671988" cy="3080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187442" y="989127"/>
            <a:ext cx="38050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วิธีเข้า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CP Engineering Workbench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สามารถทำได้ 2 รูปแบบ</a:t>
            </a:r>
            <a:endParaRPr lang="en-US" sz="22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216" y="3914581"/>
            <a:ext cx="360000" cy="375652"/>
          </a:xfrm>
          <a:prstGeom prst="rect">
            <a:avLst/>
          </a:prstGeom>
        </p:spPr>
      </p:pic>
      <p:pic>
        <p:nvPicPr>
          <p:cNvPr id="28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7186674" y="4600908"/>
            <a:ext cx="369244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750" b="49125" l="40250" r="591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29" t="28766" r="40012" b="50603"/>
          <a:stretch/>
        </p:blipFill>
        <p:spPr bwMode="auto">
          <a:xfrm>
            <a:off x="7591582" y="5067654"/>
            <a:ext cx="379267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3227" y="5987807"/>
            <a:ext cx="360000" cy="360000"/>
          </a:xfrm>
          <a:prstGeom prst="rect">
            <a:avLst/>
          </a:prstGeom>
        </p:spPr>
      </p:pic>
      <p:grpSp>
        <p:nvGrpSpPr>
          <p:cNvPr id="31" name="Group 30"/>
          <p:cNvGrpSpPr/>
          <p:nvPr/>
        </p:nvGrpSpPr>
        <p:grpSpPr>
          <a:xfrm>
            <a:off x="235987" y="1993511"/>
            <a:ext cx="3914671" cy="2929630"/>
            <a:chOff x="253469" y="2500036"/>
            <a:chExt cx="3592798" cy="2929630"/>
          </a:xfrm>
        </p:grpSpPr>
        <p:sp>
          <p:nvSpPr>
            <p:cNvPr id="26" name="Rectangle 25"/>
            <p:cNvSpPr/>
            <p:nvPr/>
          </p:nvSpPr>
          <p:spPr>
            <a:xfrm>
              <a:off x="253469" y="2500036"/>
              <a:ext cx="3398887" cy="292963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607929" y="2995318"/>
              <a:ext cx="32383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1. เลือก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Production management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607929" y="3573791"/>
              <a:ext cx="2851999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2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. เลือก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Engineering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607929" y="4210098"/>
              <a:ext cx="32383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3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. เลือก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General operation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607929" y="4846405"/>
              <a:ext cx="323833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4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. </a:t>
              </a:r>
              <a:r>
                <a:rPr lang="th-TH" sz="2200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เลือก </a:t>
              </a:r>
              <a:r>
                <a:rPr lang="en-US" sz="2200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CP Engineering Workbench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253469" y="2564431"/>
              <a:ext cx="945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แบบที่ 1</a:t>
              </a:r>
              <a:endParaRPr lang="en-US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14559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0941" y="1221952"/>
            <a:ext cx="4832190" cy="4509147"/>
          </a:xfrm>
          <a:prstGeom prst="rect">
            <a:avLst/>
          </a:prstGeom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12"/>
          <p:cNvGrpSpPr/>
          <p:nvPr/>
        </p:nvGrpSpPr>
        <p:grpSpPr>
          <a:xfrm>
            <a:off x="250125" y="1221952"/>
            <a:ext cx="4241259" cy="1299233"/>
            <a:chOff x="253469" y="2358367"/>
            <a:chExt cx="3507162" cy="1505295"/>
          </a:xfrm>
        </p:grpSpPr>
        <p:sp>
          <p:nvSpPr>
            <p:cNvPr id="4" name="Rectangle 3"/>
            <p:cNvSpPr/>
            <p:nvPr/>
          </p:nvSpPr>
          <p:spPr>
            <a:xfrm>
              <a:off x="253469" y="2358367"/>
              <a:ext cx="3507162" cy="150529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607929" y="2853649"/>
              <a:ext cx="3044427" cy="8914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กดค้นหาโดยพิมพ์คำว่า </a:t>
              </a:r>
              <a:r>
                <a:rPr lang="en-US" sz="2200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CP Engineering Workbench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253469" y="2422762"/>
              <a:ext cx="94590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แบบที่ 2</a:t>
              </a:r>
              <a:endParaRPr lang="en-US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6351548" y="2422762"/>
            <a:ext cx="1324259" cy="4524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eft Arrow 11"/>
          <p:cNvSpPr/>
          <p:nvPr/>
        </p:nvSpPr>
        <p:spPr>
          <a:xfrm>
            <a:off x="7833086" y="2369805"/>
            <a:ext cx="306602" cy="576000"/>
          </a:xfrm>
          <a:prstGeom prst="leftArrow">
            <a:avLst>
              <a:gd name="adj1" fmla="val 50000"/>
              <a:gd name="adj2" fmla="val 31326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9496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2" descr="Cute Background Pastel Images - Free Download on Freepik">
            <a:extLst>
              <a:ext uri="{FF2B5EF4-FFF2-40B4-BE49-F238E27FC236}">
                <a16:creationId xmlns:a16="http://schemas.microsoft.com/office/drawing/2014/main" id="{D4389A63-39E6-9E45-A6DB-C97A9216F6F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76"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4C4A82C-8D8E-16FA-C618-7C07CD5C45E6}"/>
              </a:ext>
            </a:extLst>
          </p:cNvPr>
          <p:cNvSpPr txBox="1"/>
          <p:nvPr/>
        </p:nvSpPr>
        <p:spPr>
          <a:xfrm>
            <a:off x="4625736" y="5404622"/>
            <a:ext cx="2853672" cy="1446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นำข้อมูล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กลับเข้าระบบ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 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Action</a:t>
            </a: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Group</a:t>
            </a: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Approve and Check in All</a:t>
            </a:r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184C73BA-259D-6287-400F-B660489343CC}"/>
              </a:ext>
            </a:extLst>
          </p:cNvPr>
          <p:cNvSpPr/>
          <p:nvPr/>
        </p:nvSpPr>
        <p:spPr>
          <a:xfrm rot="5400000">
            <a:off x="4756479" y="5854970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9EE03B93-C5BB-1CFA-B4C7-CBC99B5D233E}"/>
              </a:ext>
            </a:extLst>
          </p:cNvPr>
          <p:cNvSpPr/>
          <p:nvPr/>
        </p:nvSpPr>
        <p:spPr>
          <a:xfrm rot="5400000">
            <a:off x="4774406" y="6186666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0F0BE75-C34D-6F09-A386-B690A3486864}"/>
              </a:ext>
            </a:extLst>
          </p:cNvPr>
          <p:cNvSpPr/>
          <p:nvPr/>
        </p:nvSpPr>
        <p:spPr>
          <a:xfrm rot="5400000">
            <a:off x="4774405" y="6536289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56AD89-663D-3B65-C02D-8D04D2CEDA49}"/>
              </a:ext>
            </a:extLst>
          </p:cNvPr>
          <p:cNvSpPr txBox="1"/>
          <p:nvPr/>
        </p:nvSpPr>
        <p:spPr>
          <a:xfrm>
            <a:off x="9563286" y="495661"/>
            <a:ext cx="2275300" cy="2462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เลือก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ที่ต้องการ</a:t>
            </a:r>
            <a:endParaRPr lang="en-US" sz="22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สร้าง/แก้ไข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BOM</a:t>
            </a:r>
            <a:endParaRPr lang="th-TH" sz="22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Action </a:t>
            </a: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Check Out Part</a:t>
            </a: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เลือก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</a:t>
            </a: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Add Materials</a:t>
            </a: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Save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93674F-24FE-324D-EEE1-96912EA29C06}"/>
              </a:ext>
            </a:extLst>
          </p:cNvPr>
          <p:cNvSpPr txBox="1"/>
          <p:nvPr/>
        </p:nvSpPr>
        <p:spPr>
          <a:xfrm>
            <a:off x="319829" y="496098"/>
            <a:ext cx="2350148" cy="11079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สร้าง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Group ID</a:t>
            </a:r>
            <a:endParaRPr lang="th-TH" sz="22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กำหนดชื่อ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Group ID</a:t>
            </a: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กำหนด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Description</a:t>
            </a: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F9903346-B670-3372-627C-52BD8B6A1124}"/>
              </a:ext>
            </a:extLst>
          </p:cNvPr>
          <p:cNvSpPr/>
          <p:nvPr/>
        </p:nvSpPr>
        <p:spPr>
          <a:xfrm>
            <a:off x="3048000" y="797079"/>
            <a:ext cx="5916709" cy="4259015"/>
          </a:xfrm>
          <a:prstGeom prst="frame">
            <a:avLst>
              <a:gd name="adj1" fmla="val 417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FAC7425-C6B8-122A-A7F0-86E745A9FA49}"/>
              </a:ext>
            </a:extLst>
          </p:cNvPr>
          <p:cNvSpPr/>
          <p:nvPr/>
        </p:nvSpPr>
        <p:spPr>
          <a:xfrm>
            <a:off x="2383514" y="448544"/>
            <a:ext cx="1507169" cy="88750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6CF2C0-A250-D1A2-4E4B-D9E98C7014D9}"/>
              </a:ext>
            </a:extLst>
          </p:cNvPr>
          <p:cNvSpPr/>
          <p:nvPr/>
        </p:nvSpPr>
        <p:spPr>
          <a:xfrm>
            <a:off x="4656539" y="1767829"/>
            <a:ext cx="2736000" cy="2344702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14629E-3805-368F-C5B3-89FCA8A61F39}"/>
              </a:ext>
            </a:extLst>
          </p:cNvPr>
          <p:cNvSpPr txBox="1"/>
          <p:nvPr/>
        </p:nvSpPr>
        <p:spPr>
          <a:xfrm>
            <a:off x="5079016" y="2388646"/>
            <a:ext cx="1891046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6600" b="1" dirty="0">
                <a:latin typeface="Calibri Light" panose="020F0302020204030204" pitchFamily="34" charset="0"/>
                <a:cs typeface="Cordia New" panose="020B0304020202020204" pitchFamily="34" charset="-34"/>
              </a:rPr>
              <a:t>BOM</a:t>
            </a:r>
            <a:endParaRPr lang="en-US" sz="6000" b="1" dirty="0">
              <a:latin typeface="Calibri Light" panose="020F0302020204030204" pitchFamily="34" charset="0"/>
              <a:cs typeface="Cordia New" panose="020B0304020202020204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4A0E8C-3404-E289-7427-1F857F872558}"/>
              </a:ext>
            </a:extLst>
          </p:cNvPr>
          <p:cNvSpPr txBox="1"/>
          <p:nvPr/>
        </p:nvSpPr>
        <p:spPr>
          <a:xfrm>
            <a:off x="2401445" y="698777"/>
            <a:ext cx="142241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Calibri Light" panose="020F0302020204030204" pitchFamily="34" charset="0"/>
                <a:cs typeface="Cordia New" panose="020B0304020202020204" pitchFamily="34" charset="-34"/>
              </a:rPr>
              <a:t>Group ID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AB5EE53-DDF8-FBA1-DBF1-99A23DE91B00}"/>
              </a:ext>
            </a:extLst>
          </p:cNvPr>
          <p:cNvSpPr/>
          <p:nvPr/>
        </p:nvSpPr>
        <p:spPr>
          <a:xfrm>
            <a:off x="8123114" y="446694"/>
            <a:ext cx="1507169" cy="887507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4B071A-706E-5A10-9AEF-4CFF6185FCB2}"/>
              </a:ext>
            </a:extLst>
          </p:cNvPr>
          <p:cNvSpPr txBox="1"/>
          <p:nvPr/>
        </p:nvSpPr>
        <p:spPr>
          <a:xfrm>
            <a:off x="8165489" y="567281"/>
            <a:ext cx="142241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Calibri Light" panose="020F0302020204030204" pitchFamily="34" charset="0"/>
                <a:cs typeface="Cordia New" panose="020B0304020202020204" pitchFamily="34" charset="-34"/>
              </a:rPr>
              <a:t>Check Out Part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1AFDC6A-3297-E964-2A1F-2332796E86B1}"/>
              </a:ext>
            </a:extLst>
          </p:cNvPr>
          <p:cNvSpPr/>
          <p:nvPr/>
        </p:nvSpPr>
        <p:spPr>
          <a:xfrm>
            <a:off x="5315520" y="4536133"/>
            <a:ext cx="1507169" cy="88750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B15B4F-6FAD-F516-CA2E-DE0B41C604AB}"/>
              </a:ext>
            </a:extLst>
          </p:cNvPr>
          <p:cNvSpPr txBox="1"/>
          <p:nvPr/>
        </p:nvSpPr>
        <p:spPr>
          <a:xfrm>
            <a:off x="5333451" y="4647867"/>
            <a:ext cx="1422418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Calibri Light" panose="020F0302020204030204" pitchFamily="34" charset="0"/>
                <a:cs typeface="Cordia New" panose="020B0304020202020204" pitchFamily="34" charset="-34"/>
              </a:rPr>
              <a:t>Approve and Check in All</a:t>
            </a:r>
          </a:p>
        </p:txBody>
      </p:sp>
      <p:sp>
        <p:nvSpPr>
          <p:cNvPr id="18" name="Striped Right Arrow 16">
            <a:extLst>
              <a:ext uri="{FF2B5EF4-FFF2-40B4-BE49-F238E27FC236}">
                <a16:creationId xmlns:a16="http://schemas.microsoft.com/office/drawing/2014/main" id="{24E795B0-D316-5013-7343-3E6072771AE6}"/>
              </a:ext>
            </a:extLst>
          </p:cNvPr>
          <p:cNvSpPr/>
          <p:nvPr/>
        </p:nvSpPr>
        <p:spPr>
          <a:xfrm>
            <a:off x="5573891" y="469203"/>
            <a:ext cx="920646" cy="842486"/>
          </a:xfrm>
          <a:prstGeom prst="stripedRightArrow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Striped Right Arrow 16">
            <a:extLst>
              <a:ext uri="{FF2B5EF4-FFF2-40B4-BE49-F238E27FC236}">
                <a16:creationId xmlns:a16="http://schemas.microsoft.com/office/drawing/2014/main" id="{48A9AEE5-4122-75FE-94EC-1FBCCC3AB9B9}"/>
              </a:ext>
            </a:extLst>
          </p:cNvPr>
          <p:cNvSpPr/>
          <p:nvPr/>
        </p:nvSpPr>
        <p:spPr>
          <a:xfrm rot="5400000">
            <a:off x="8416371" y="2519770"/>
            <a:ext cx="920646" cy="842486"/>
          </a:xfrm>
          <a:prstGeom prst="stripedRightArrow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83C8AB4-7B49-421D-A5BF-9521D8D10C52}"/>
              </a:ext>
            </a:extLst>
          </p:cNvPr>
          <p:cNvSpPr/>
          <p:nvPr/>
        </p:nvSpPr>
        <p:spPr>
          <a:xfrm rot="5400000">
            <a:off x="450571" y="946446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Isosceles Triangle 27">
            <a:extLst>
              <a:ext uri="{FF2B5EF4-FFF2-40B4-BE49-F238E27FC236}">
                <a16:creationId xmlns:a16="http://schemas.microsoft.com/office/drawing/2014/main" id="{DBF21646-A8BD-3FBD-BF62-777BDEA89EAE}"/>
              </a:ext>
            </a:extLst>
          </p:cNvPr>
          <p:cNvSpPr/>
          <p:nvPr/>
        </p:nvSpPr>
        <p:spPr>
          <a:xfrm rot="5400000">
            <a:off x="9801607" y="1286669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7FE3379B-B94E-D960-AB6B-F878250C998D}"/>
              </a:ext>
            </a:extLst>
          </p:cNvPr>
          <p:cNvSpPr/>
          <p:nvPr/>
        </p:nvSpPr>
        <p:spPr>
          <a:xfrm rot="5400000">
            <a:off x="9810569" y="1609401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Isosceles Triangle 29">
            <a:extLst>
              <a:ext uri="{FF2B5EF4-FFF2-40B4-BE49-F238E27FC236}">
                <a16:creationId xmlns:a16="http://schemas.microsoft.com/office/drawing/2014/main" id="{8020D3B7-1BC1-1D64-0743-65E7EEC833EF}"/>
              </a:ext>
            </a:extLst>
          </p:cNvPr>
          <p:cNvSpPr/>
          <p:nvPr/>
        </p:nvSpPr>
        <p:spPr>
          <a:xfrm rot="5400000">
            <a:off x="468498" y="1278142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Isosceles Triangle 30">
            <a:extLst>
              <a:ext uri="{FF2B5EF4-FFF2-40B4-BE49-F238E27FC236}">
                <a16:creationId xmlns:a16="http://schemas.microsoft.com/office/drawing/2014/main" id="{A82A2399-2EFB-6634-7ADB-2708A40731AC}"/>
              </a:ext>
            </a:extLst>
          </p:cNvPr>
          <p:cNvSpPr/>
          <p:nvPr/>
        </p:nvSpPr>
        <p:spPr>
          <a:xfrm rot="5400000">
            <a:off x="9819532" y="1967994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Isosceles Triangle 31">
            <a:extLst>
              <a:ext uri="{FF2B5EF4-FFF2-40B4-BE49-F238E27FC236}">
                <a16:creationId xmlns:a16="http://schemas.microsoft.com/office/drawing/2014/main" id="{7D8C1D60-21F8-E7EF-9AE2-1202A5C19823}"/>
              </a:ext>
            </a:extLst>
          </p:cNvPr>
          <p:cNvSpPr/>
          <p:nvPr/>
        </p:nvSpPr>
        <p:spPr>
          <a:xfrm rot="5400000">
            <a:off x="9819531" y="2290720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25B1F87E-308C-48EA-7101-BC874B63298E}"/>
              </a:ext>
            </a:extLst>
          </p:cNvPr>
          <p:cNvSpPr/>
          <p:nvPr/>
        </p:nvSpPr>
        <p:spPr>
          <a:xfrm rot="5400000">
            <a:off x="9828497" y="2640347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7082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26308"/>
          <a:stretch/>
        </p:blipFill>
        <p:spPr>
          <a:xfrm>
            <a:off x="5334010" y="882758"/>
            <a:ext cx="6373432" cy="5848350"/>
          </a:xfrm>
          <a:prstGeom prst="rect">
            <a:avLst/>
          </a:prstGeom>
        </p:spPr>
      </p:pic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7718062" y="2108765"/>
            <a:ext cx="1787898" cy="231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575033" y="1259162"/>
            <a:ext cx="234691" cy="2185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7890794" y="2340585"/>
            <a:ext cx="1787898" cy="2318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90186" y="2036849"/>
            <a:ext cx="345000" cy="360000"/>
          </a:xfrm>
          <a:prstGeom prst="rect">
            <a:avLst/>
          </a:prstGeom>
        </p:spPr>
      </p:pic>
      <p:pic>
        <p:nvPicPr>
          <p:cNvPr id="16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9746568" y="2278896"/>
            <a:ext cx="335676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750" b="49125" l="40250" r="591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29" t="28766" r="40012" b="50603"/>
          <a:stretch/>
        </p:blipFill>
        <p:spPr bwMode="auto">
          <a:xfrm>
            <a:off x="4928985" y="1170431"/>
            <a:ext cx="34478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187441" y="882758"/>
            <a:ext cx="1705753" cy="430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วิธีสร้าง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Group ID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225320" y="1772478"/>
            <a:ext cx="33800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1.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กำหนดชื่อ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Group ID (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ชื่อแฟ้มเอกสาร)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225321" y="2325857"/>
            <a:ext cx="26444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2. กำหนด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Description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225320" y="2880414"/>
            <a:ext cx="26444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3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.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Save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7784" y="1530431"/>
            <a:ext cx="3437544" cy="202198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8737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426" y="768698"/>
            <a:ext cx="7486650" cy="596265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87440" y="1746937"/>
            <a:ext cx="3102545" cy="2021984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7630187" y="1522804"/>
            <a:ext cx="355725" cy="2338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7578671" y="2617586"/>
            <a:ext cx="1514823" cy="1875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21974" y="1914483"/>
            <a:ext cx="20717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1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.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21973" y="2467862"/>
            <a:ext cx="310254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2.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Check out 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เป็นการเลือก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ที่ต้องการนำออกจากระบบมาสร้างหรือแก้ไข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187440" y="882758"/>
            <a:ext cx="3613595" cy="430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วิธีเลือก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ที่ต้องการสร้าง/แก้ไข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BOM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160" y="1451896"/>
            <a:ext cx="360000" cy="375652"/>
          </a:xfrm>
          <a:prstGeom prst="rect">
            <a:avLst/>
          </a:prstGeom>
        </p:spPr>
      </p:pic>
      <p:pic>
        <p:nvPicPr>
          <p:cNvPr id="17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7149916" y="2519378"/>
            <a:ext cx="369244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53878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134" y="808551"/>
            <a:ext cx="9972675" cy="597217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6521596" y="3335628"/>
            <a:ext cx="819363" cy="2189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287104" y="2544168"/>
            <a:ext cx="27956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3. เลือก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WIP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เนื้อน้ำจิ้มที่ต้องการสร้างหรือแก้ไข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</a:t>
            </a:r>
            <a:endParaRPr lang="th-TH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96355" y="2404559"/>
            <a:ext cx="2627527" cy="105581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4" descr="สติ้กเกอร์กันน้้ำ ติดประตู,ผนัง,กำแพง (ป้ายตัวเลข 1-10) 60 ดวง 1 แผ่น A4  [รหัส B-046] | Lazada.co.th">
            <a:extLst>
              <a:ext uri="{FF2B5EF4-FFF2-40B4-BE49-F238E27FC236}">
                <a16:creationId xmlns:a16="http://schemas.microsoft.com/office/drawing/2014/main" id="{15C154B5-989B-C344-B26F-9925078A57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750" b="49125" l="40250" r="591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29" t="28766" r="40012" b="50603"/>
          <a:stretch/>
        </p:blipFill>
        <p:spPr bwMode="auto">
          <a:xfrm>
            <a:off x="6087620" y="3265098"/>
            <a:ext cx="34478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21622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698" y="1243155"/>
            <a:ext cx="9822302" cy="4998392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281464" y="2739788"/>
            <a:ext cx="3297724" cy="339806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133056" y="3768110"/>
            <a:ext cx="3308220" cy="5591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9039453" y="3768109"/>
            <a:ext cx="1275199" cy="2372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647178" y="2928924"/>
            <a:ext cx="277595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4. สามารถกดค้นหาได้จากทั้ง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Number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หรือ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Word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เลือก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sort by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เริ่มค้นหาจาก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(Starting At)</a:t>
            </a:r>
            <a:endParaRPr lang="th-TH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search</a:t>
            </a:r>
          </a:p>
          <a:p>
            <a:endParaRPr lang="th-TH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เช่น ต้องการหา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WIP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ของน้ำจิ้มไก่ธรรมดา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โดยค้นหาจาก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Number</a:t>
            </a:r>
          </a:p>
        </p:txBody>
      </p:sp>
      <p:sp>
        <p:nvSpPr>
          <p:cNvPr id="19" name="Flowchart: Connector 18"/>
          <p:cNvSpPr/>
          <p:nvPr/>
        </p:nvSpPr>
        <p:spPr>
          <a:xfrm>
            <a:off x="924586" y="4069215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lowchart: Connector 19"/>
          <p:cNvSpPr/>
          <p:nvPr/>
        </p:nvSpPr>
        <p:spPr>
          <a:xfrm>
            <a:off x="924586" y="3756700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lowchart: Connector 20"/>
          <p:cNvSpPr/>
          <p:nvPr/>
        </p:nvSpPr>
        <p:spPr>
          <a:xfrm>
            <a:off x="920819" y="4429041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1823A8-B641-F1C0-A123-22F1BE4D2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176" y="3833945"/>
            <a:ext cx="36576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4843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46" y="1080664"/>
            <a:ext cx="10543461" cy="53038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259228" y="5050596"/>
            <a:ext cx="9399927" cy="19110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7195579" y="2078895"/>
            <a:ext cx="4927149" cy="1751527"/>
            <a:chOff x="6972929" y="2099256"/>
            <a:chExt cx="4927149" cy="1751527"/>
          </a:xfrm>
        </p:grpSpPr>
        <p:sp>
          <p:nvSpPr>
            <p:cNvPr id="11" name="Rounded Rectangle 10"/>
            <p:cNvSpPr/>
            <p:nvPr/>
          </p:nvSpPr>
          <p:spPr>
            <a:xfrm>
              <a:off x="6972929" y="2099256"/>
              <a:ext cx="4785482" cy="1751527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/>
            <p:cNvSpPr/>
            <p:nvPr/>
          </p:nvSpPr>
          <p:spPr>
            <a:xfrm>
              <a:off x="7225047" y="2743200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lowchart: Connector 12"/>
            <p:cNvSpPr/>
            <p:nvPr/>
          </p:nvSpPr>
          <p:spPr>
            <a:xfrm>
              <a:off x="7222899" y="3075906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lowchart: Connector 13"/>
            <p:cNvSpPr/>
            <p:nvPr/>
          </p:nvSpPr>
          <p:spPr>
            <a:xfrm>
              <a:off x="7222899" y="3410757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36D49AF0-9410-4771-ACF4-EDE74B53B1BA}"/>
                </a:ext>
              </a:extLst>
            </p:cNvPr>
            <p:cNvSpPr txBox="1"/>
            <p:nvPr/>
          </p:nvSpPr>
          <p:spPr>
            <a:xfrm>
              <a:off x="7109137" y="2247418"/>
              <a:ext cx="4790941" cy="1446550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Note : 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สังเกต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WIP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เนื้อน้ำจิ้มจะมีหน่วยเป็น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kg</a:t>
              </a:r>
              <a:endParaRPr lang="th-TH" sz="2200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หาก </a:t>
              </a:r>
              <a:r>
                <a:rPr lang="th-TH" sz="2200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มี </a:t>
              </a:r>
              <a:r>
                <a:rPr lang="en-US" sz="2200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BOM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แล้วจะมีการแสดงเครื่องหมายในช่อง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BOM</a:t>
              </a:r>
            </a:p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หากต้องการแก้ไข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Part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ไหนให้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Double click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ที่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Part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นั้น</a:t>
              </a:r>
              <a:endParaRPr lang="en-US" sz="2200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9092484" y="4833868"/>
            <a:ext cx="579549" cy="16988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1986549-180F-7924-A3C3-F2DD5C18ED58}"/>
              </a:ext>
            </a:extLst>
          </p:cNvPr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4391F96-05BF-1494-C4FB-B262C98B9592}"/>
              </a:ext>
            </a:extLst>
          </p:cNvPr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47016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llout: Bent Line with Accent Bar 16">
            <a:extLst>
              <a:ext uri="{FF2B5EF4-FFF2-40B4-BE49-F238E27FC236}">
                <a16:creationId xmlns:a16="http://schemas.microsoft.com/office/drawing/2014/main" id="{B38F906B-A548-869D-F006-A7D64702DE29}"/>
              </a:ext>
            </a:extLst>
          </p:cNvPr>
          <p:cNvSpPr/>
          <p:nvPr/>
        </p:nvSpPr>
        <p:spPr>
          <a:xfrm>
            <a:off x="8487042" y="4918903"/>
            <a:ext cx="3220863" cy="1218955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9252"/>
              <a:gd name="adj6" fmla="val -20420"/>
            </a:avLst>
          </a:prstGeom>
          <a:solidFill>
            <a:schemeClr val="accent1">
              <a:lumMod val="60000"/>
              <a:lumOff val="40000"/>
            </a:schemeClr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3" y="1215466"/>
            <a:ext cx="10982325" cy="35623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9145906" y="1865623"/>
            <a:ext cx="566670" cy="20905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1836" y="2539538"/>
            <a:ext cx="4288449" cy="339271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3006988" y="3486371"/>
            <a:ext cx="3838144" cy="10249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 flipH="1">
            <a:off x="7070285" y="2074681"/>
            <a:ext cx="2189626" cy="11036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>
            <a:off x="7964256" y="2837194"/>
            <a:ext cx="4057572" cy="1398699"/>
            <a:chOff x="7603648" y="494495"/>
            <a:chExt cx="4057572" cy="1398699"/>
          </a:xfrm>
        </p:grpSpPr>
        <p:sp>
          <p:nvSpPr>
            <p:cNvPr id="15" name="Rounded Rectangle 14"/>
            <p:cNvSpPr/>
            <p:nvPr/>
          </p:nvSpPr>
          <p:spPr>
            <a:xfrm>
              <a:off x="7603648" y="494495"/>
              <a:ext cx="4057572" cy="1398699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6D49AF0-9410-4771-ACF4-EDE74B53B1BA}"/>
                </a:ext>
              </a:extLst>
            </p:cNvPr>
            <p:cNvSpPr txBox="1"/>
            <p:nvPr/>
          </p:nvSpPr>
          <p:spPr>
            <a:xfrm>
              <a:off x="7776811" y="691922"/>
              <a:ext cx="3871530" cy="1107996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กรณี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th-TH" sz="2200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ไม่มี </a:t>
              </a:r>
              <a:r>
                <a:rPr lang="en-US" sz="2200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BOM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สังเกตได้จากช่อง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BOM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จะไม่มีเครื่องหมายแสดง เช่น ซอสไก่ผัดเม็ดมะม่วง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A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และเมื่อ </a:t>
              </a:r>
              <a:r>
                <a:rPr lang="en-US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Double click </a:t>
              </a:r>
              <a:r>
                <a:rPr lang="th-TH" sz="22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เข้าไปจะพบว่า </a:t>
              </a:r>
              <a:r>
                <a:rPr lang="th-TH" sz="2200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ไม่มี </a:t>
              </a:r>
              <a:r>
                <a:rPr lang="en-US" sz="2200" dirty="0">
                  <a:solidFill>
                    <a:srgbClr val="FF0000"/>
                  </a:solidFill>
                  <a:latin typeface="Cordia New" panose="020B0304020202020204" pitchFamily="34" charset="-34"/>
                  <a:cs typeface="Cordia New" panose="020B0304020202020204" pitchFamily="34" charset="-34"/>
                </a:rPr>
                <a:t>Rev.</a:t>
              </a:r>
            </a:p>
          </p:txBody>
        </p:sp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F9998257-FEB5-729C-B358-CD6879A6F193}"/>
              </a:ext>
            </a:extLst>
          </p:cNvPr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84C64D2-F23F-1179-7259-DA8BF0EC82BB}"/>
              </a:ext>
            </a:extLst>
          </p:cNvPr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C535C48-37A5-C762-01C2-60DB2783B262}"/>
              </a:ext>
            </a:extLst>
          </p:cNvPr>
          <p:cNvSpPr txBox="1"/>
          <p:nvPr/>
        </p:nvSpPr>
        <p:spPr>
          <a:xfrm>
            <a:off x="8621515" y="4981658"/>
            <a:ext cx="3220863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การสร้าง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ต้องมี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Part Revision </a:t>
            </a:r>
            <a:endParaRPr lang="th-TH" sz="2200" dirty="0">
              <a:solidFill>
                <a:srgbClr val="FF0000"/>
              </a:solidFill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กลับไปสร้าง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Revision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 </a:t>
            </a:r>
            <a:r>
              <a:rPr lang="en-US" sz="2200" dirty="0">
                <a:solidFill>
                  <a:srgbClr val="FF0000"/>
                </a:solidFill>
                <a:latin typeface="Cordia New" panose="020B0304020202020204" pitchFamily="34" charset="-34"/>
                <a:cs typeface="Cordia New" panose="020B0304020202020204" pitchFamily="34" charset="-34"/>
              </a:rPr>
              <a:t>CP Part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ก่อน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!!!!</a:t>
            </a:r>
          </a:p>
        </p:txBody>
      </p:sp>
      <p:pic>
        <p:nvPicPr>
          <p:cNvPr id="1026" name="Picture 2" descr="Opps Images – Browse 357 Stock Photos, Vectors, and Video | Adobe Stock">
            <a:extLst>
              <a:ext uri="{FF2B5EF4-FFF2-40B4-BE49-F238E27FC236}">
                <a16:creationId xmlns:a16="http://schemas.microsoft.com/office/drawing/2014/main" id="{75BDF1B6-ECE5-7DFC-7420-1CB15847AD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011" y="5384977"/>
            <a:ext cx="974012" cy="547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A03DEDA8-B255-818A-F24E-06B8B974E9AC}"/>
              </a:ext>
            </a:extLst>
          </p:cNvPr>
          <p:cNvSpPr/>
          <p:nvPr/>
        </p:nvSpPr>
        <p:spPr>
          <a:xfrm>
            <a:off x="8555848" y="5124411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lowchart: Connector 18">
            <a:extLst>
              <a:ext uri="{FF2B5EF4-FFF2-40B4-BE49-F238E27FC236}">
                <a16:creationId xmlns:a16="http://schemas.microsoft.com/office/drawing/2014/main" id="{FF940F8F-E5D4-BA30-A145-EA16368944C7}"/>
              </a:ext>
            </a:extLst>
          </p:cNvPr>
          <p:cNvSpPr/>
          <p:nvPr/>
        </p:nvSpPr>
        <p:spPr>
          <a:xfrm>
            <a:off x="8555848" y="5460826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1515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027" y="1235081"/>
            <a:ext cx="7625973" cy="482425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852" y="1017106"/>
            <a:ext cx="4378585" cy="273910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4938837" y="4494727"/>
            <a:ext cx="3440176" cy="2928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315878" y="1144511"/>
            <a:ext cx="398717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5.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สูตรที่พร้อมสร้าง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/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แก้ไข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จะมี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Rev.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เลือก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ที่ต้องการสร้าง/แก้ไข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เช่น เลือกสูตร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น้ำจิ้มไก่ธรรมดา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(หม้อ 2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น้ำตาล)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ระบุ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Group ID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ใน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ECO 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Tab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จะขึ้น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Description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มาให้อัตโนมัติ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OK</a:t>
            </a:r>
          </a:p>
        </p:txBody>
      </p:sp>
      <p:sp>
        <p:nvSpPr>
          <p:cNvPr id="9" name="Flowchart: Connector 8"/>
          <p:cNvSpPr/>
          <p:nvPr/>
        </p:nvSpPr>
        <p:spPr>
          <a:xfrm>
            <a:off x="531030" y="1962326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Connector 9"/>
          <p:cNvSpPr/>
          <p:nvPr/>
        </p:nvSpPr>
        <p:spPr>
          <a:xfrm>
            <a:off x="531030" y="2634177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lowchart: Connector 10"/>
          <p:cNvSpPr/>
          <p:nvPr/>
        </p:nvSpPr>
        <p:spPr>
          <a:xfrm>
            <a:off x="531030" y="2970960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/>
          <p:cNvSpPr/>
          <p:nvPr/>
        </p:nvSpPr>
        <p:spPr>
          <a:xfrm>
            <a:off x="531030" y="3305356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4807902" y="5156071"/>
            <a:ext cx="936075" cy="3689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106F746-4A35-5C2A-E56C-0E567E95C5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4200" y="2625682"/>
            <a:ext cx="339463" cy="36576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726B8413-949D-91EF-DE88-058118B36B31}"/>
              </a:ext>
            </a:extLst>
          </p:cNvPr>
          <p:cNvSpPr/>
          <p:nvPr/>
        </p:nvSpPr>
        <p:spPr>
          <a:xfrm>
            <a:off x="4807902" y="2664094"/>
            <a:ext cx="6039392" cy="2889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547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/>
        </p:nvSpPr>
        <p:spPr>
          <a:xfrm>
            <a:off x="354869" y="1137938"/>
            <a:ext cx="2969494" cy="120601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54869" y="1277970"/>
            <a:ext cx="19820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6. วิธีสร้าง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ใหม่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797927" y="1822225"/>
            <a:ext cx="2408912" cy="4308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Click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ขวา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Add materials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0722" y="1389842"/>
            <a:ext cx="8017584" cy="455966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4880594" y="2975019"/>
            <a:ext cx="1533086" cy="3348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EB0EEBF-A105-BE4B-0E24-5FC99952556F}"/>
              </a:ext>
            </a:extLst>
          </p:cNvPr>
          <p:cNvSpPr/>
          <p:nvPr/>
        </p:nvSpPr>
        <p:spPr>
          <a:xfrm rot="5400000">
            <a:off x="635927" y="1965669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7731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/>
          <p:cNvSpPr/>
          <p:nvPr/>
        </p:nvSpPr>
        <p:spPr>
          <a:xfrm>
            <a:off x="282011" y="1412640"/>
            <a:ext cx="2551341" cy="65789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854" y="977184"/>
            <a:ext cx="6769458" cy="52651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630500" y="1526008"/>
            <a:ext cx="25694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เพื่อเลือกวัตถุดิบ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6351292" y="3339294"/>
            <a:ext cx="1311637" cy="25391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1E6FD390-0D9D-1DB6-2B93-71C6F0E80881}"/>
              </a:ext>
            </a:extLst>
          </p:cNvPr>
          <p:cNvSpPr/>
          <p:nvPr/>
        </p:nvSpPr>
        <p:spPr>
          <a:xfrm rot="5400000">
            <a:off x="468500" y="1669452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6625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84410" y="1107583"/>
            <a:ext cx="3310153" cy="12683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670" y="1229271"/>
            <a:ext cx="7505700" cy="5048250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187442" y="1229271"/>
            <a:ext cx="323287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ค้นหาวัตถุดิบที่ต้องการโดย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Sort by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ระบุคำค้นหา เช่น น้ำ</a:t>
            </a:r>
          </a:p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 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Double click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วัตถุดิบน้ำ 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343583" y="2429219"/>
            <a:ext cx="2869981" cy="59731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10287734" y="2477630"/>
            <a:ext cx="1119792" cy="2526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4210243" y="4755970"/>
            <a:ext cx="5948031" cy="2410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47DCE1DE-B27E-5E13-21F0-8F46FAF5F256}"/>
              </a:ext>
            </a:extLst>
          </p:cNvPr>
          <p:cNvSpPr/>
          <p:nvPr/>
        </p:nvSpPr>
        <p:spPr>
          <a:xfrm>
            <a:off x="535799" y="1720861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59B001E9-1885-E2F7-490B-69A9F61C4894}"/>
              </a:ext>
            </a:extLst>
          </p:cNvPr>
          <p:cNvSpPr/>
          <p:nvPr/>
        </p:nvSpPr>
        <p:spPr>
          <a:xfrm>
            <a:off x="535799" y="2057644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813C55BB-B9F4-E465-4743-0B79053DE4C3}"/>
              </a:ext>
            </a:extLst>
          </p:cNvPr>
          <p:cNvSpPr/>
          <p:nvPr/>
        </p:nvSpPr>
        <p:spPr>
          <a:xfrm rot="5400000">
            <a:off x="253347" y="1355686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9767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88" y="848555"/>
            <a:ext cx="10994308" cy="4418903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8333301" y="2931660"/>
            <a:ext cx="2691014" cy="22366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8559016" y="3482586"/>
            <a:ext cx="2885580" cy="4762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8559016" y="2302996"/>
            <a:ext cx="2691014" cy="336817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1306064" y="4235279"/>
            <a:ext cx="2467446" cy="272969"/>
          </a:xfrm>
          <a:prstGeom prst="rect">
            <a:avLst/>
          </a:prstGeom>
          <a:noFill/>
          <a:ln w="28575">
            <a:solidFill>
              <a:srgbClr val="00B0F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869974" y="6224129"/>
            <a:ext cx="3864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กด </a:t>
            </a:r>
            <a:r>
              <a:rPr lang="en-US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Save</a:t>
            </a:r>
            <a:r>
              <a:rPr lang="th-TH" sz="2000" dirty="0">
                <a:latin typeface="Cordia New" panose="020B0304020202020204" pitchFamily="34" charset="-34"/>
                <a:cs typeface="Cordia New" panose="020B0304020202020204" pitchFamily="34" charset="-34"/>
              </a:rPr>
              <a:t>       ทุกครั้งที่มีการเปลี่ยนแปลงข้อมูล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626" y="6298442"/>
            <a:ext cx="247650" cy="228600"/>
          </a:xfrm>
          <a:prstGeom prst="rect">
            <a:avLst/>
          </a:prstGeom>
        </p:spPr>
      </p:pic>
      <p:pic>
        <p:nvPicPr>
          <p:cNvPr id="19" name="Picture 2" descr="หมายเหตุ- สมุดโน๊ตและโน้ตบุ๊ก - แอปพลิเคชันใน Google Play">
            <a:extLst>
              <a:ext uri="{FF2B5EF4-FFF2-40B4-BE49-F238E27FC236}">
                <a16:creationId xmlns:a16="http://schemas.microsoft.com/office/drawing/2014/main" id="{7F25A099-063A-B938-1F7F-23C950C8E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835" y="6104381"/>
            <a:ext cx="632865" cy="63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/>
          <p:cNvGrpSpPr/>
          <p:nvPr/>
        </p:nvGrpSpPr>
        <p:grpSpPr>
          <a:xfrm>
            <a:off x="5076411" y="4151039"/>
            <a:ext cx="6445460" cy="2624844"/>
            <a:chOff x="5076411" y="4151039"/>
            <a:chExt cx="6445460" cy="2624844"/>
          </a:xfrm>
        </p:grpSpPr>
        <p:sp>
          <p:nvSpPr>
            <p:cNvPr id="20" name="Rounded Rectangle 19"/>
            <p:cNvSpPr/>
            <p:nvPr/>
          </p:nvSpPr>
          <p:spPr>
            <a:xfrm>
              <a:off x="5076411" y="4151039"/>
              <a:ext cx="6445460" cy="2624844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4EE7FE7-239E-632E-36B2-D3257DE07F64}"/>
                </a:ext>
              </a:extLst>
            </p:cNvPr>
            <p:cNvSpPr txBox="1"/>
            <p:nvPr/>
          </p:nvSpPr>
          <p:spPr>
            <a:xfrm>
              <a:off x="5235962" y="4293931"/>
              <a:ext cx="6285908" cy="240065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</a:t>
              </a:r>
              <a:r>
                <a:rPr lang="th-TH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ระบุปริมาณวัตถุดิบที่ใช้ในสูตรโดยอ้างอิงจากเอกสารสูตร</a:t>
              </a:r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th-TH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(</a:t>
              </a:r>
              <a:r>
                <a:rPr lang="en-US" sz="20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SP-RD-FL-XXXX/X)</a:t>
              </a:r>
            </a:p>
            <a:p>
              <a:endParaRPr lang="en-US" sz="10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th-TH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     </a:t>
              </a:r>
              <a:r>
                <a:rPr lang="en-US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User per batch : </a:t>
              </a:r>
              <a:r>
                <a:rPr lang="th-TH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ระบุน้ำหนักตามสูตร (กก.)</a:t>
              </a:r>
              <a:endParaRPr lang="en-US" sz="2000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     </a:t>
              </a:r>
              <a:r>
                <a:rPr lang="th-TH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ระบุ</a:t>
              </a:r>
              <a:r>
                <a:rPr lang="en-US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%Yield</a:t>
              </a:r>
            </a:p>
            <a:p>
              <a:r>
                <a:rPr lang="th-TH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     </a:t>
              </a:r>
              <a:r>
                <a:rPr lang="en-US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Output </a:t>
              </a:r>
              <a:r>
                <a:rPr lang="en-US" sz="2000" dirty="0" err="1">
                  <a:latin typeface="Cordia New" panose="020B0304020202020204" pitchFamily="34" charset="-34"/>
                  <a:cs typeface="Cordia New" panose="020B0304020202020204" pitchFamily="34" charset="-34"/>
                </a:rPr>
                <a:t>Qty</a:t>
              </a:r>
              <a:r>
                <a:rPr lang="en-US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: </a:t>
              </a:r>
              <a:r>
                <a:rPr lang="th-TH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ระบุน้ำหนักรวมสูตร (กก.)</a:t>
              </a:r>
              <a:endParaRPr lang="en-US" sz="2000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  <a:p>
              <a:r>
                <a:rPr lang="en-US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     </a:t>
              </a:r>
              <a:r>
                <a:rPr lang="th-TH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ระบบจะคำนวณน้ำหนัก </a:t>
              </a:r>
              <a:r>
                <a:rPr lang="en-US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Batch </a:t>
              </a:r>
              <a:r>
                <a:rPr lang="en-US" sz="2000" dirty="0" err="1">
                  <a:latin typeface="Cordia New" panose="020B0304020202020204" pitchFamily="34" charset="-34"/>
                  <a:cs typeface="Cordia New" panose="020B0304020202020204" pitchFamily="34" charset="-34"/>
                </a:rPr>
                <a:t>Qty</a:t>
              </a:r>
              <a:r>
                <a:rPr lang="en-US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</a:t>
              </a:r>
              <a:r>
                <a:rPr lang="th-TH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(กก.) อัตโนมัติ</a:t>
              </a:r>
            </a:p>
            <a:p>
              <a:r>
                <a:rPr lang="th-TH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     ระบบจะคำนวณ </a:t>
              </a:r>
              <a:r>
                <a:rPr lang="en-US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Qty/Parent (</a:t>
              </a:r>
              <a:r>
                <a:rPr lang="th-TH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กก.) อัตโนมัติ </a:t>
              </a:r>
            </a:p>
            <a:p>
              <a:r>
                <a:rPr lang="th-TH" sz="2000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         (จำนวนวัตถุดิบน้ำที่ใช้ต่อเนื้อน้ำจิ้ม 1 กก.</a:t>
              </a:r>
            </a:p>
          </p:txBody>
        </p:sp>
        <p:sp>
          <p:nvSpPr>
            <p:cNvPr id="7" name="Isosceles Triangle 6">
              <a:extLst>
                <a:ext uri="{FF2B5EF4-FFF2-40B4-BE49-F238E27FC236}">
                  <a16:creationId xmlns:a16="http://schemas.microsoft.com/office/drawing/2014/main" id="{813C55BB-B9F4-E465-4743-0B79053DE4C3}"/>
                </a:ext>
              </a:extLst>
            </p:cNvPr>
            <p:cNvSpPr/>
            <p:nvPr/>
          </p:nvSpPr>
          <p:spPr>
            <a:xfrm rot="5400000">
              <a:off x="5288987" y="4420859"/>
              <a:ext cx="180000" cy="144000"/>
            </a:xfrm>
            <a:prstGeom prst="triangl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Connector 7">
              <a:extLst>
                <a:ext uri="{FF2B5EF4-FFF2-40B4-BE49-F238E27FC236}">
                  <a16:creationId xmlns:a16="http://schemas.microsoft.com/office/drawing/2014/main" id="{41B86D66-4012-F52F-BBCD-93FF06A1AEB6}"/>
                </a:ext>
              </a:extLst>
            </p:cNvPr>
            <p:cNvSpPr/>
            <p:nvPr/>
          </p:nvSpPr>
          <p:spPr>
            <a:xfrm>
              <a:off x="5568820" y="4886310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Connector 8">
              <a:extLst>
                <a:ext uri="{FF2B5EF4-FFF2-40B4-BE49-F238E27FC236}">
                  <a16:creationId xmlns:a16="http://schemas.microsoft.com/office/drawing/2014/main" id="{10811F91-7F1C-F157-993B-F89424959E1D}"/>
                </a:ext>
              </a:extLst>
            </p:cNvPr>
            <p:cNvSpPr/>
            <p:nvPr/>
          </p:nvSpPr>
          <p:spPr>
            <a:xfrm>
              <a:off x="5568820" y="5173964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lowchart: Connector 9">
              <a:extLst>
                <a:ext uri="{FF2B5EF4-FFF2-40B4-BE49-F238E27FC236}">
                  <a16:creationId xmlns:a16="http://schemas.microsoft.com/office/drawing/2014/main" id="{D002D2A5-0EA9-5141-3A23-0309D0D1825A}"/>
                </a:ext>
              </a:extLst>
            </p:cNvPr>
            <p:cNvSpPr/>
            <p:nvPr/>
          </p:nvSpPr>
          <p:spPr>
            <a:xfrm>
              <a:off x="5563572" y="5790421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lowchart: Connector 10">
              <a:extLst>
                <a:ext uri="{FF2B5EF4-FFF2-40B4-BE49-F238E27FC236}">
                  <a16:creationId xmlns:a16="http://schemas.microsoft.com/office/drawing/2014/main" id="{C0FE1965-121A-163C-17C5-02118A816433}"/>
                </a:ext>
              </a:extLst>
            </p:cNvPr>
            <p:cNvSpPr/>
            <p:nvPr/>
          </p:nvSpPr>
          <p:spPr>
            <a:xfrm>
              <a:off x="5563572" y="6076745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Connector 11">
              <a:extLst>
                <a:ext uri="{FF2B5EF4-FFF2-40B4-BE49-F238E27FC236}">
                  <a16:creationId xmlns:a16="http://schemas.microsoft.com/office/drawing/2014/main" id="{83D832A9-BFC3-1FE9-12E4-FA90BCBD3F2E}"/>
                </a:ext>
              </a:extLst>
            </p:cNvPr>
            <p:cNvSpPr/>
            <p:nvPr/>
          </p:nvSpPr>
          <p:spPr>
            <a:xfrm>
              <a:off x="5568820" y="5478339"/>
              <a:ext cx="108000" cy="108000"/>
            </a:xfrm>
            <a:prstGeom prst="flowChartConnector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72534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90760" y="837309"/>
            <a:ext cx="3940327" cy="57533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101" y="1589660"/>
            <a:ext cx="9540473" cy="525988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2642102" y="3058263"/>
            <a:ext cx="2237606" cy="211702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ular Callout 5"/>
          <p:cNvSpPr/>
          <p:nvPr/>
        </p:nvSpPr>
        <p:spPr>
          <a:xfrm rot="10800000">
            <a:off x="1002175" y="5702602"/>
            <a:ext cx="3581316" cy="619622"/>
          </a:xfrm>
          <a:prstGeom prst="wedgeRectCallout">
            <a:avLst>
              <a:gd name="adj1" fmla="val -20029"/>
              <a:gd name="adj2" fmla="val 12133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990432" y="5796969"/>
            <a:ext cx="36585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สูตรซอสไก่ผัดเม็ดมะม่วง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A / Rev.0</a:t>
            </a:r>
            <a:endParaRPr lang="th-TH" sz="22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349412" y="912293"/>
            <a:ext cx="429961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เพิ่มรายการวัตถุดิบจนครบทุกรายการตามสูตร</a:t>
            </a: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CF62EB94-D411-C492-C517-B603C432C176}"/>
              </a:ext>
            </a:extLst>
          </p:cNvPr>
          <p:cNvSpPr/>
          <p:nvPr/>
        </p:nvSpPr>
        <p:spPr>
          <a:xfrm rot="5400000">
            <a:off x="169442" y="1039294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3118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8774" y="1389842"/>
            <a:ext cx="10943226" cy="5036716"/>
          </a:xfrm>
          <a:prstGeom prst="rect">
            <a:avLst/>
          </a:prstGeom>
        </p:spPr>
      </p:pic>
      <p:sp>
        <p:nvSpPr>
          <p:cNvPr id="4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1994709" y="2368430"/>
            <a:ext cx="1469708" cy="2202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4349397" y="5328424"/>
            <a:ext cx="3068834" cy="22236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ed Rectangle 13"/>
          <p:cNvSpPr/>
          <p:nvPr/>
        </p:nvSpPr>
        <p:spPr>
          <a:xfrm>
            <a:off x="213200" y="3915177"/>
            <a:ext cx="3405764" cy="2640989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432899" y="4627196"/>
            <a:ext cx="318606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สามารถ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Click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เข้าไปแก้ไขในแต่ละรายการได้ เช่น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ต้องการแก้ไขน้ำหนักวัตถุดิบน้ำ หรือต้องการเปลี่ยนรายการวัตถุดิบใหม่ สามารถกดเลือกวัตถุดิบใหม่ใน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ได้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6BD77C-E159-A9C6-F03F-422D863E4FE7}"/>
              </a:ext>
            </a:extLst>
          </p:cNvPr>
          <p:cNvSpPr txBox="1"/>
          <p:nvPr/>
        </p:nvSpPr>
        <p:spPr>
          <a:xfrm>
            <a:off x="513582" y="4158413"/>
            <a:ext cx="2716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กรณีต้องการแก้ไข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endParaRPr lang="th-TH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D2D6BF87-D892-8FB2-DE29-E420504B4560}"/>
              </a:ext>
            </a:extLst>
          </p:cNvPr>
          <p:cNvSpPr/>
          <p:nvPr/>
        </p:nvSpPr>
        <p:spPr>
          <a:xfrm rot="5400000">
            <a:off x="376568" y="4294265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3883612" y="3299463"/>
            <a:ext cx="8308388" cy="35813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65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4776" y="1856073"/>
            <a:ext cx="6657012" cy="400460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575408" y="2410735"/>
            <a:ext cx="2117572" cy="2631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575408" y="2157837"/>
            <a:ext cx="494833" cy="21425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7692980" y="3660192"/>
            <a:ext cx="2150771" cy="36060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FCB427-1622-719D-73AC-6AC8121C1B2A}"/>
              </a:ext>
            </a:extLst>
          </p:cNvPr>
          <p:cNvSpPr txBox="1"/>
          <p:nvPr/>
        </p:nvSpPr>
        <p:spPr>
          <a:xfrm>
            <a:off x="187440" y="882758"/>
            <a:ext cx="4008042" cy="430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วิธีนำข้อมูล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ที่สร้าง/แก้ไข กลับเข้าระบบ</a:t>
            </a:r>
            <a:endParaRPr lang="en-US" sz="22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7C46168A-F0DD-C8EE-EC42-9CAB80024373}"/>
              </a:ext>
            </a:extLst>
          </p:cNvPr>
          <p:cNvSpPr/>
          <p:nvPr/>
        </p:nvSpPr>
        <p:spPr>
          <a:xfrm>
            <a:off x="187441" y="1576607"/>
            <a:ext cx="3083792" cy="185239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4673A9-43D9-0513-70DE-50657EEEA897}"/>
              </a:ext>
            </a:extLst>
          </p:cNvPr>
          <p:cNvSpPr txBox="1"/>
          <p:nvPr/>
        </p:nvSpPr>
        <p:spPr>
          <a:xfrm>
            <a:off x="321974" y="1744153"/>
            <a:ext cx="20717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1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.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1E1A97-E1B3-3D20-6018-B08325C19CCC}"/>
              </a:ext>
            </a:extLst>
          </p:cNvPr>
          <p:cNvSpPr txBox="1"/>
          <p:nvPr/>
        </p:nvSpPr>
        <p:spPr>
          <a:xfrm>
            <a:off x="321974" y="2297532"/>
            <a:ext cx="13544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2.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Group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2AC7B9-5C01-F2B7-37DC-B7898D8F82F3}"/>
              </a:ext>
            </a:extLst>
          </p:cNvPr>
          <p:cNvSpPr txBox="1"/>
          <p:nvPr/>
        </p:nvSpPr>
        <p:spPr>
          <a:xfrm>
            <a:off x="330087" y="2850911"/>
            <a:ext cx="29411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3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.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Approve and Check in All</a:t>
            </a:r>
          </a:p>
        </p:txBody>
      </p:sp>
      <p:pic>
        <p:nvPicPr>
          <p:cNvPr id="17" name="Picture 4" descr="สติ้กเกอร์กันน้้ำ ติดประตู,ผนัง,กำแพง (ป้ายตัวเลข 1-10) 60 ดวง 1 แผ่น A4  [รหัส B-046] | Lazada.co.th">
            <a:extLst>
              <a:ext uri="{FF2B5EF4-FFF2-40B4-BE49-F238E27FC236}">
                <a16:creationId xmlns:a16="http://schemas.microsoft.com/office/drawing/2014/main" id="{0E1E12FE-0AAC-C097-04FA-0EA73D468F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750" b="49125" l="40250" r="591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29" t="28766" r="40012" b="50603"/>
          <a:stretch/>
        </p:blipFill>
        <p:spPr bwMode="auto">
          <a:xfrm>
            <a:off x="7294864" y="3647721"/>
            <a:ext cx="344788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F0ED471-9C52-2BE3-18BF-F1A2179126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0844" y="1716125"/>
            <a:ext cx="350520" cy="365760"/>
          </a:xfrm>
          <a:prstGeom prst="rect">
            <a:avLst/>
          </a:prstGeom>
        </p:spPr>
      </p:pic>
      <p:pic>
        <p:nvPicPr>
          <p:cNvPr id="20" name="Picture 4" descr="สติ้กเกอร์กันน้้ำ ติดประตู,ผนัง,กำแพง (ป้ายตัวเลข 1-10) 60 ดวง 1 แผ่น A4  [รหัส B-046] | Lazada.co.th">
            <a:extLst>
              <a:ext uri="{FF2B5EF4-FFF2-40B4-BE49-F238E27FC236}">
                <a16:creationId xmlns:a16="http://schemas.microsoft.com/office/drawing/2014/main" id="{866B4027-0CC3-7105-B4EC-7B5C0629BC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5115281" y="2319923"/>
            <a:ext cx="341048" cy="36576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36054209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8BBCAFE-B166-546F-DEE3-3839BD7C0DD6}"/>
              </a:ext>
            </a:extLst>
          </p:cNvPr>
          <p:cNvSpPr/>
          <p:nvPr/>
        </p:nvSpPr>
        <p:spPr>
          <a:xfrm>
            <a:off x="8148" y="4774248"/>
            <a:ext cx="12183852" cy="20775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72" y="905657"/>
            <a:ext cx="4839719" cy="31215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355" y="1652732"/>
            <a:ext cx="4462530" cy="339361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6011" y="3675909"/>
            <a:ext cx="4074850" cy="29815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140872" y="6060043"/>
            <a:ext cx="58477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ระบบจะสอบถามเพื่อให้ยืนยันข้อมูลที่มีการเปลี่ยนแปลงหรือแก้ไข กด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Yes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และ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OK</a:t>
            </a:r>
            <a:endParaRPr lang="th-TH" sz="2200" b="1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2608127" y="3310413"/>
            <a:ext cx="690887" cy="3397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213723" y="4581583"/>
            <a:ext cx="774948" cy="3397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9694378" y="6134422"/>
            <a:ext cx="726653" cy="3139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C32186-FA27-41F6-34F5-20A81C1F3C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664" y="5017125"/>
            <a:ext cx="2621507" cy="9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1533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292948" y="1034783"/>
            <a:ext cx="2810859" cy="4308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วิธีเรียกดูข้อมูล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ที่สร้างไว้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1963574"/>
            <a:ext cx="8286750" cy="42672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7441774" y="2866406"/>
            <a:ext cx="710553" cy="33973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6153885" y="3850031"/>
            <a:ext cx="1418891" cy="2589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4">
            <a:extLst>
              <a:ext uri="{FF2B5EF4-FFF2-40B4-BE49-F238E27FC236}">
                <a16:creationId xmlns:a16="http://schemas.microsoft.com/office/drawing/2014/main" id="{6DD106E1-06FC-2154-B055-946B273B4CB3}"/>
              </a:ext>
            </a:extLst>
          </p:cNvPr>
          <p:cNvSpPr/>
          <p:nvPr/>
        </p:nvSpPr>
        <p:spPr>
          <a:xfrm>
            <a:off x="303982" y="1729009"/>
            <a:ext cx="1955061" cy="128979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18EBF09-F9F5-E341-CD9C-01743FB92140}"/>
              </a:ext>
            </a:extLst>
          </p:cNvPr>
          <p:cNvSpPr txBox="1"/>
          <p:nvPr/>
        </p:nvSpPr>
        <p:spPr>
          <a:xfrm>
            <a:off x="438515" y="1896554"/>
            <a:ext cx="207173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1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.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Revision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1CB70E-4EA9-2C37-8C32-9F63BC44C4AE}"/>
              </a:ext>
            </a:extLst>
          </p:cNvPr>
          <p:cNvSpPr txBox="1"/>
          <p:nvPr/>
        </p:nvSpPr>
        <p:spPr>
          <a:xfrm>
            <a:off x="438514" y="2449933"/>
            <a:ext cx="19550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2. กด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number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BFC9628-1BC5-3AFC-0020-793E0B18FD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8656" y="2880820"/>
            <a:ext cx="350520" cy="365760"/>
          </a:xfrm>
          <a:prstGeom prst="rect">
            <a:avLst/>
          </a:prstGeom>
        </p:spPr>
      </p:pic>
      <p:pic>
        <p:nvPicPr>
          <p:cNvPr id="14" name="Picture 4" descr="สติ้กเกอร์กันน้้ำ ติดประตู,ผนัง,กำแพง (ป้ายตัวเลข 1-10) 60 ดวง 1 แผ่น A4  [รหัส B-046] | Lazada.co.th">
            <a:extLst>
              <a:ext uri="{FF2B5EF4-FFF2-40B4-BE49-F238E27FC236}">
                <a16:creationId xmlns:a16="http://schemas.microsoft.com/office/drawing/2014/main" id="{AE5C850D-EF33-6372-7232-C8D1AA4DFB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5648873" y="3796623"/>
            <a:ext cx="341048" cy="36576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5190795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4">
            <a:extLst>
              <a:ext uri="{FF2B5EF4-FFF2-40B4-BE49-F238E27FC236}">
                <a16:creationId xmlns:a16="http://schemas.microsoft.com/office/drawing/2014/main" id="{66BDD253-58FC-D557-99E5-EF739DD7BFB2}"/>
              </a:ext>
            </a:extLst>
          </p:cNvPr>
          <p:cNvSpPr/>
          <p:nvPr/>
        </p:nvSpPr>
        <p:spPr>
          <a:xfrm>
            <a:off x="52219" y="1036816"/>
            <a:ext cx="4053343" cy="372836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1078" y="1604802"/>
            <a:ext cx="7653396" cy="5164486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259160" y="1444200"/>
            <a:ext cx="36375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3.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ค้นหาจาก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Sort by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และระบุ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Part number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ที่ช่อง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Starting at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หรือ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259160" y="2283399"/>
            <a:ext cx="36375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4.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ค้นหาจากปุ่ม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search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ซึ่งเมื่อกดแล้วจะพบข้อมูลที่เพิ่งมีการแก้ไขหรือจัดทำในช่องด้านล่าง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5394032" y="2820130"/>
            <a:ext cx="4922511" cy="4768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10625091" y="2703878"/>
            <a:ext cx="1133867" cy="28401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4311078" y="4765183"/>
            <a:ext cx="296215" cy="811369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278139" y="3476713"/>
            <a:ext cx="36375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5.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สามารถเลือกดูข้อมูลแต่ละรายการได้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278139" y="3980857"/>
            <a:ext cx="393379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เช่น เรียกดูข้อมูล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ซอสไก่ผัดเม็ดมะม่วง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A</a:t>
            </a:r>
            <a:endParaRPr lang="th-TH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735505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87442" y="50443"/>
            <a:ext cx="659972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CP Engineering Workbench</a:t>
            </a:r>
            <a:r>
              <a:rPr lang="th-TH" sz="3200" b="1" dirty="0"/>
              <a:t> (</a:t>
            </a:r>
            <a:r>
              <a:rPr lang="en-US" sz="3200" b="1" dirty="0"/>
              <a:t>Part BOM</a:t>
            </a:r>
            <a:r>
              <a:rPr lang="th-TH" sz="3200" b="1" dirty="0"/>
              <a:t>)</a:t>
            </a:r>
            <a:endParaRPr lang="en-US" sz="5400" dirty="0"/>
          </a:p>
        </p:txBody>
      </p:sp>
      <p:cxnSp>
        <p:nvCxnSpPr>
          <p:cNvPr id="3" name="Straight Connector 2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506" y="1802290"/>
            <a:ext cx="9875814" cy="50557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A2B4CC-A2B0-40DC-BE21-8E5FAAEC8C52}"/>
              </a:ext>
            </a:extLst>
          </p:cNvPr>
          <p:cNvSpPr txBox="1"/>
          <p:nvPr/>
        </p:nvSpPr>
        <p:spPr>
          <a:xfrm>
            <a:off x="502028" y="922745"/>
            <a:ext cx="87943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ข้อมูล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BOM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ซอสไก่ผัดเม็ดมะม่วง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A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ได้รับการ </a:t>
            </a:r>
            <a:r>
              <a:rPr lang="en-US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Approve </a:t>
            </a:r>
            <a:r>
              <a:rPr lang="th-TH" sz="22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และอยู่บนระบบ สามารถดึงไปใช้งานได้</a:t>
            </a:r>
          </a:p>
        </p:txBody>
      </p:sp>
      <p:sp>
        <p:nvSpPr>
          <p:cNvPr id="6" name="Isosceles Triangle 5">
            <a:extLst>
              <a:ext uri="{FF2B5EF4-FFF2-40B4-BE49-F238E27FC236}">
                <a16:creationId xmlns:a16="http://schemas.microsoft.com/office/drawing/2014/main" id="{33B3976C-6856-2349-E0FF-F7064B8292C2}"/>
              </a:ext>
            </a:extLst>
          </p:cNvPr>
          <p:cNvSpPr/>
          <p:nvPr/>
        </p:nvSpPr>
        <p:spPr>
          <a:xfrm rot="5400000">
            <a:off x="312882" y="1066189"/>
            <a:ext cx="180000" cy="144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9112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ute Background Pastel Images - Free Download on Freepik">
            <a:extLst>
              <a:ext uri="{FF2B5EF4-FFF2-40B4-BE49-F238E27FC236}">
                <a16:creationId xmlns:a16="http://schemas.microsoft.com/office/drawing/2014/main" id="{D53B0292-C1FB-B87A-8F90-088FD93766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76"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รูปภาพHelpful Tip – เลือกดูภาพถ่ายสต็อก เวกเตอร์ และวิดีโอ18,535 | Adobe  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10" t="7115" r="17783" b="6719"/>
          <a:stretch/>
        </p:blipFill>
        <p:spPr bwMode="auto">
          <a:xfrm>
            <a:off x="2743199" y="785610"/>
            <a:ext cx="6581104" cy="5274561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053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1473933" cy="6924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Icon</a:t>
            </a:r>
            <a:endParaRPr lang="en-US" sz="8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7" name="Group 1026"/>
          <p:cNvGrpSpPr/>
          <p:nvPr/>
        </p:nvGrpSpPr>
        <p:grpSpPr>
          <a:xfrm>
            <a:off x="1661375" y="1197737"/>
            <a:ext cx="8912181" cy="5254580"/>
            <a:chOff x="2550016" y="1249252"/>
            <a:chExt cx="8912181" cy="5254580"/>
          </a:xfrm>
        </p:grpSpPr>
        <p:sp>
          <p:nvSpPr>
            <p:cNvPr id="1024" name="Round Diagonal Corner Rectangle 1023"/>
            <p:cNvSpPr/>
            <p:nvPr/>
          </p:nvSpPr>
          <p:spPr>
            <a:xfrm>
              <a:off x="4389396" y="1249252"/>
              <a:ext cx="7072801" cy="5254580"/>
            </a:xfrm>
            <a:prstGeom prst="round2Diag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2550016" y="1249252"/>
              <a:ext cx="2691684" cy="525457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ound Single Corner Rectangle 60"/>
            <p:cNvSpPr/>
            <p:nvPr/>
          </p:nvSpPr>
          <p:spPr>
            <a:xfrm>
              <a:off x="2550016" y="5022761"/>
              <a:ext cx="2691685" cy="1481070"/>
            </a:xfrm>
            <a:prstGeom prst="round1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7066986" y="1859132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New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7066986" y="2541915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Save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7066986" y="3159269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Delete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7066839" y="3863283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Memo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7066839" y="4621246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Refresh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7062931" y="5427677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Clear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9781196" y="1856981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Cut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9781196" y="2541915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Copy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9781196" y="3159268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Paste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9781196" y="3848560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Undo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9781196" y="4586941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Search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9781196" y="5412258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Home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85192" y="1856981"/>
              <a:ext cx="514350" cy="409575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85192" y="2519552"/>
              <a:ext cx="447675" cy="38100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77411" y="3111131"/>
              <a:ext cx="466725" cy="428625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77411" y="3863283"/>
              <a:ext cx="447675" cy="400050"/>
            </a:xfrm>
            <a:prstGeom prst="rect">
              <a:avLst/>
            </a:prstGeom>
          </p:spPr>
        </p:pic>
        <p:pic>
          <p:nvPicPr>
            <p:cNvPr id="40" name="Picture 3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77411" y="4592835"/>
              <a:ext cx="466725" cy="419100"/>
            </a:xfrm>
            <a:prstGeom prst="rect">
              <a:avLst/>
            </a:prstGeom>
          </p:spPr>
        </p:pic>
        <p:pic>
          <p:nvPicPr>
            <p:cNvPr id="41" name="Picture 4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367886" y="5424045"/>
              <a:ext cx="457200" cy="400050"/>
            </a:xfrm>
            <a:prstGeom prst="rect">
              <a:avLst/>
            </a:prstGeom>
          </p:spPr>
        </p:pic>
        <p:pic>
          <p:nvPicPr>
            <p:cNvPr id="42" name="Picture 41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001751" y="1866505"/>
              <a:ext cx="457200" cy="390525"/>
            </a:xfrm>
            <a:prstGeom prst="rect">
              <a:avLst/>
            </a:prstGeom>
          </p:spPr>
        </p:pic>
        <p:pic>
          <p:nvPicPr>
            <p:cNvPr id="43" name="Picture 4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001751" y="2539940"/>
              <a:ext cx="457200" cy="409575"/>
            </a:xfrm>
            <a:prstGeom prst="rect">
              <a:avLst/>
            </a:prstGeom>
          </p:spPr>
        </p:pic>
        <p:pic>
          <p:nvPicPr>
            <p:cNvPr id="44" name="Picture 43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01751" y="3135551"/>
              <a:ext cx="457200" cy="390525"/>
            </a:xfrm>
            <a:prstGeom prst="rect">
              <a:avLst/>
            </a:prstGeom>
          </p:spPr>
        </p:pic>
        <p:pic>
          <p:nvPicPr>
            <p:cNvPr id="45" name="Picture 4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001751" y="3865545"/>
              <a:ext cx="390525" cy="428625"/>
            </a:xfrm>
            <a:prstGeom prst="rect">
              <a:avLst/>
            </a:prstGeom>
          </p:spPr>
        </p:pic>
        <p:pic>
          <p:nvPicPr>
            <p:cNvPr id="46" name="Picture 45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8995445" y="4592835"/>
              <a:ext cx="390525" cy="400050"/>
            </a:xfrm>
            <a:prstGeom prst="rect">
              <a:avLst/>
            </a:prstGeom>
          </p:spPr>
        </p:pic>
        <p:pic>
          <p:nvPicPr>
            <p:cNvPr id="47" name="Picture 46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995444" y="5424045"/>
              <a:ext cx="390525" cy="419100"/>
            </a:xfrm>
            <a:prstGeom prst="rect">
              <a:avLst/>
            </a:prstGeom>
          </p:spPr>
        </p:pic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787544" y="5233918"/>
              <a:ext cx="463452" cy="393934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3348601" y="5215012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Check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760496" y="5938144"/>
              <a:ext cx="463452" cy="432862"/>
            </a:xfrm>
            <a:prstGeom prst="rect">
              <a:avLst/>
            </a:prstGeom>
          </p:spPr>
        </p:pic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3369136" y="5940119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Print report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pic>
          <p:nvPicPr>
            <p:cNvPr id="51" name="Picture 5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08932" y="2312410"/>
              <a:ext cx="382279" cy="366808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3369989" y="2285728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Menu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2787544" y="3763800"/>
              <a:ext cx="425053" cy="400050"/>
            </a:xfrm>
            <a:prstGeom prst="rect">
              <a:avLst/>
            </a:prstGeom>
          </p:spPr>
        </p:pic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3333082" y="3750370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Notification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2808932" y="3040142"/>
              <a:ext cx="382279" cy="404124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3369989" y="3040142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Help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pic>
          <p:nvPicPr>
            <p:cNvPr id="57" name="Picture 5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2808932" y="4431726"/>
              <a:ext cx="415016" cy="427222"/>
            </a:xfrm>
            <a:prstGeom prst="rect">
              <a:avLst/>
            </a:prstGeom>
          </p:spPr>
        </p:pic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3333082" y="4438668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User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pic>
          <p:nvPicPr>
            <p:cNvPr id="59" name="Picture 58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2816976" y="1633767"/>
              <a:ext cx="445841" cy="420364"/>
            </a:xfrm>
            <a:prstGeom prst="rect">
              <a:avLst/>
            </a:prstGeom>
          </p:spPr>
        </p:pic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0A2B4CC-A2B0-40DC-BE21-8E5FAAEC8C52}"/>
                </a:ext>
              </a:extLst>
            </p:cNvPr>
            <p:cNvSpPr txBox="1"/>
            <p:nvPr/>
          </p:nvSpPr>
          <p:spPr>
            <a:xfrm>
              <a:off x="3369136" y="1633767"/>
              <a:ext cx="1197984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200" b="1" dirty="0">
                  <a:latin typeface="Cordia New" panose="020B0304020202020204" pitchFamily="34" charset="-34"/>
                  <a:cs typeface="Cordia New" panose="020B0304020202020204" pitchFamily="34" charset="-34"/>
                </a:rPr>
                <a:t>Home</a:t>
              </a:r>
              <a:endParaRPr lang="th-TH" sz="2200" b="1" dirty="0">
                <a:latin typeface="Cordia New" panose="020B0304020202020204" pitchFamily="34" charset="-34"/>
                <a:cs typeface="Cordia New" panose="020B0304020202020204" pitchFamily="34" charset="-34"/>
              </a:endParaRPr>
            </a:p>
          </p:txBody>
        </p:sp>
        <p:pic>
          <p:nvPicPr>
            <p:cNvPr id="1026" name="Picture 2" descr="4,600+ Need To Know Stock Photos, Pictures &amp; Royalty-Free Images - iStock |  What you need to know, You need to know, Need to know icon"/>
            <p:cNvPicPr>
              <a:picLocks noChangeAspect="1" noChangeArrowheads="1"/>
            </p:cNvPicPr>
            <p:nvPr/>
          </p:nvPicPr>
          <p:blipFill rotWithShape="1">
            <a:blip r:embed="rId21" cstate="print">
              <a:extLst>
                <a:ext uri="{BEBA8EAE-BF5A-486C-A8C5-ECC9F3942E4B}">
                  <a14:imgProps xmlns:a14="http://schemas.microsoft.com/office/drawing/2010/main">
                    <a14:imgLayer r:embed="rId22">
                      <a14:imgEffect>
                        <a14:backgroundRemoval t="9804" b="89706" l="21242" r="80065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296" r="19214"/>
            <a:stretch/>
          </p:blipFill>
          <p:spPr bwMode="auto">
            <a:xfrm>
              <a:off x="4514247" y="2024292"/>
              <a:ext cx="1493700" cy="24693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670127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2761820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36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วิธีเปลี่ยน </a:t>
            </a:r>
            <a:r>
              <a:rPr lang="en-US" sz="36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User</a:t>
            </a:r>
            <a:endParaRPr lang="en-US" sz="6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E8784606-7815-4D76-8DE0-5F86781D5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9842"/>
            <a:ext cx="12192000" cy="458244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11062952" y="3318457"/>
            <a:ext cx="1044381" cy="381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11887200" y="1609859"/>
            <a:ext cx="266163" cy="1803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7626" y="1545464"/>
            <a:ext cx="302300" cy="315443"/>
          </a:xfrm>
          <a:prstGeom prst="rect">
            <a:avLst/>
          </a:prstGeom>
        </p:spPr>
      </p:pic>
      <p:pic>
        <p:nvPicPr>
          <p:cNvPr id="18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11806181" y="3336580"/>
            <a:ext cx="275313" cy="295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2804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5323" y="4165476"/>
            <a:ext cx="4102808" cy="216962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636" y="1047641"/>
            <a:ext cx="7034300" cy="2803142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465" y="1043190"/>
            <a:ext cx="3160754" cy="5556936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2259544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36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วิธี </a:t>
            </a:r>
            <a:r>
              <a:rPr lang="en-US" sz="36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Clear Catch</a:t>
            </a:r>
            <a:endParaRPr lang="en-US" sz="6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645465" y="6172390"/>
            <a:ext cx="2851662" cy="427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7759008" y="3026695"/>
            <a:ext cx="1307719" cy="24453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8946906" y="5729103"/>
            <a:ext cx="995586" cy="24669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456" y="6172390"/>
            <a:ext cx="360000" cy="375652"/>
          </a:xfrm>
          <a:prstGeom prst="rect">
            <a:avLst/>
          </a:prstGeom>
        </p:spPr>
      </p:pic>
      <p:pic>
        <p:nvPicPr>
          <p:cNvPr id="10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9168957" y="2950964"/>
            <a:ext cx="369244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0750" b="49125" l="40250" r="591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29" t="28766" r="40012" b="50603"/>
          <a:stretch/>
        </p:blipFill>
        <p:spPr bwMode="auto">
          <a:xfrm>
            <a:off x="8490365" y="5631837"/>
            <a:ext cx="379267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6506666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223" y="1117096"/>
            <a:ext cx="5800725" cy="4752975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126" y="1004553"/>
            <a:ext cx="3160754" cy="5556936"/>
          </a:xfrm>
          <a:prstGeom prst="rect">
            <a:avLst/>
          </a:prstGeom>
        </p:spPr>
      </p:pic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2761820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36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วิธีปรับแต่งหน้าจอ</a:t>
            </a:r>
            <a:endParaRPr lang="en-US" sz="6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841126" y="6133753"/>
            <a:ext cx="2851662" cy="42773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7793888" y="2546517"/>
            <a:ext cx="518137" cy="27532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8835477" y="5267292"/>
            <a:ext cx="823678" cy="3457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117" y="6133753"/>
            <a:ext cx="360000" cy="375652"/>
          </a:xfrm>
          <a:prstGeom prst="rect">
            <a:avLst/>
          </a:prstGeom>
        </p:spPr>
      </p:pic>
      <p:pic>
        <p:nvPicPr>
          <p:cNvPr id="10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8414691" y="2486179"/>
            <a:ext cx="369244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0750" b="49125" l="40250" r="591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229" t="28766" r="40012" b="50603"/>
          <a:stretch/>
        </p:blipFill>
        <p:spPr bwMode="auto">
          <a:xfrm>
            <a:off x="8414691" y="5216318"/>
            <a:ext cx="379267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0884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87442" y="50443"/>
            <a:ext cx="4976986" cy="692498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h-TH" sz="36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วิธีการจัดเก็บ </a:t>
            </a:r>
            <a:r>
              <a:rPr lang="en-US" sz="36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Menu</a:t>
            </a:r>
            <a:r>
              <a:rPr lang="th-TH" sz="36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 ใน </a:t>
            </a:r>
            <a:r>
              <a:rPr lang="en-US" sz="3600" b="1" dirty="0">
                <a:latin typeface="Cordia New" panose="020B0304020202020204" pitchFamily="34" charset="-34"/>
                <a:cs typeface="Cordia New" panose="020B0304020202020204" pitchFamily="34" charset="-34"/>
              </a:rPr>
              <a:t>Favorite</a:t>
            </a:r>
            <a:endParaRPr lang="en-US" sz="60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</p:txBody>
      </p:sp>
      <p:cxnSp>
        <p:nvCxnSpPr>
          <p:cNvPr id="4" name="Straight Connector 3"/>
          <p:cNvCxnSpPr/>
          <p:nvPr/>
        </p:nvCxnSpPr>
        <p:spPr>
          <a:xfrm>
            <a:off x="187442" y="720142"/>
            <a:ext cx="11520000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21" y="842029"/>
            <a:ext cx="5553694" cy="586177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780D1D7-E999-4CB2-9FA2-FF5BAEA14006}"/>
              </a:ext>
            </a:extLst>
          </p:cNvPr>
          <p:cNvSpPr/>
          <p:nvPr/>
        </p:nvSpPr>
        <p:spPr>
          <a:xfrm>
            <a:off x="3247740" y="6052131"/>
            <a:ext cx="2418964" cy="31003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0" r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29443" y="4417691"/>
            <a:ext cx="468000" cy="460302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6657678" y="4305435"/>
            <a:ext cx="3928752" cy="107793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49AF0-9410-4771-ACF4-EDE74B53B1BA}"/>
              </a:ext>
            </a:extLst>
          </p:cNvPr>
          <p:cNvSpPr txBox="1"/>
          <p:nvPr/>
        </p:nvSpPr>
        <p:spPr>
          <a:xfrm>
            <a:off x="6861842" y="4471035"/>
            <a:ext cx="46069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เลือก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Menu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ที่ต้องการโดยกด</a:t>
            </a:r>
            <a:endParaRPr lang="en-US" sz="2200" dirty="0">
              <a:latin typeface="Cordia New" panose="020B0304020202020204" pitchFamily="34" charset="-34"/>
              <a:cs typeface="Cordia New" panose="020B0304020202020204" pitchFamily="34" charset="-34"/>
            </a:endParaRPr>
          </a:p>
          <a:p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   Menu 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ที่เลือกไว้จะอยู่ใน </a:t>
            </a:r>
            <a:r>
              <a:rPr lang="en-US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Folder Favorites</a:t>
            </a:r>
            <a:r>
              <a:rPr lang="th-TH" sz="2200" dirty="0">
                <a:latin typeface="Cordia New" panose="020B0304020202020204" pitchFamily="34" charset="-34"/>
                <a:cs typeface="Cordia New" panose="020B0304020202020204" pitchFamily="34" charset="-34"/>
              </a:rPr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328" y="1145884"/>
            <a:ext cx="5171430" cy="275654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0429" y="6039563"/>
            <a:ext cx="360000" cy="375652"/>
          </a:xfrm>
          <a:prstGeom prst="rect">
            <a:avLst/>
          </a:prstGeom>
        </p:spPr>
      </p:pic>
      <p:pic>
        <p:nvPicPr>
          <p:cNvPr id="31" name="Picture 4" descr="สติ้กเกอร์กันน้้ำ ติดประตู,ผนัง,กำแพง (ป้ายตัวเลข 1-10) 60 ดวง 1 แผ่น A4  [รหัส B-046] | Lazada.co.th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30625" b="49750" l="20875" r="40625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522" t="28522" r="59429" b="49975"/>
          <a:stretch/>
        </p:blipFill>
        <p:spPr bwMode="auto">
          <a:xfrm>
            <a:off x="7679981" y="2450228"/>
            <a:ext cx="369244" cy="3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Flowchart: Connector 35"/>
          <p:cNvSpPr/>
          <p:nvPr/>
        </p:nvSpPr>
        <p:spPr>
          <a:xfrm>
            <a:off x="6919472" y="4595578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lowchart: Connector 36"/>
          <p:cNvSpPr/>
          <p:nvPr/>
        </p:nvSpPr>
        <p:spPr>
          <a:xfrm>
            <a:off x="6919472" y="4961666"/>
            <a:ext cx="108000" cy="108000"/>
          </a:xfrm>
          <a:prstGeom prst="flowChartConnector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6338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ady to Work powered by CampusEd® | Online Classes, Courses &amp;  Certification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005"/>
          <a:stretch/>
        </p:blipFill>
        <p:spPr bwMode="auto">
          <a:xfrm>
            <a:off x="955293" y="1135804"/>
            <a:ext cx="10485912" cy="39803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97E3EDB-DDA0-C79C-B8D0-4D7337A1AB91}"/>
              </a:ext>
            </a:extLst>
          </p:cNvPr>
          <p:cNvSpPr txBox="1">
            <a:spLocks/>
          </p:cNvSpPr>
          <p:nvPr/>
        </p:nvSpPr>
        <p:spPr>
          <a:xfrm>
            <a:off x="8058354" y="5257801"/>
            <a:ext cx="3382851" cy="58677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2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Research &amp; Development Department</a:t>
            </a:r>
          </a:p>
        </p:txBody>
      </p:sp>
    </p:spTree>
    <p:extLst>
      <p:ext uri="{BB962C8B-B14F-4D97-AF65-F5344CB8AC3E}">
        <p14:creationId xmlns:p14="http://schemas.microsoft.com/office/powerpoint/2010/main" val="2585187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1969</TotalTime>
  <Words>1919</Words>
  <Application>Microsoft Office PowerPoint</Application>
  <PresentationFormat>Widescreen</PresentationFormat>
  <Paragraphs>283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Arial</vt:lpstr>
      <vt:lpstr>Calibri</vt:lpstr>
      <vt:lpstr>Calibri Light</vt:lpstr>
      <vt:lpstr>Cordia New</vt:lpstr>
      <vt:lpstr>Office Theme</vt:lpstr>
      <vt:lpstr>PowerPoint Presentation</vt:lpstr>
      <vt:lpstr>PowerPoint Presentation</vt:lpstr>
      <vt:lpstr>Login To Start </vt:lpstr>
      <vt:lpstr>PowerPoint Presentation</vt:lpstr>
      <vt:lpstr>Check Before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RD1</dc:creator>
  <cp:lastModifiedBy>Patchara Sakulklan</cp:lastModifiedBy>
  <cp:revision>147</cp:revision>
  <dcterms:created xsi:type="dcterms:W3CDTF">2024-03-21T03:30:48Z</dcterms:created>
  <dcterms:modified xsi:type="dcterms:W3CDTF">2024-09-25T06:20:57Z</dcterms:modified>
</cp:coreProperties>
</file>