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75" r:id="rId6"/>
    <p:sldId id="276" r:id="rId7"/>
    <p:sldId id="267" r:id="rId8"/>
    <p:sldId id="277" r:id="rId9"/>
    <p:sldId id="278" r:id="rId10"/>
    <p:sldId id="279" r:id="rId11"/>
    <p:sldId id="280" r:id="rId12"/>
    <p:sldId id="268" r:id="rId13"/>
    <p:sldId id="281" r:id="rId14"/>
    <p:sldId id="283" r:id="rId15"/>
    <p:sldId id="284" r:id="rId16"/>
    <p:sldId id="285" r:id="rId17"/>
    <p:sldId id="282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5213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3001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26093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3511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6797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814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4072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94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7852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8370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4268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EA4C5-4783-4F34-B4B6-9536370FC7D2}" type="datetimeFigureOut">
              <a:rPr lang="th-TH" smtClean="0"/>
              <a:t>25/03/67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A8E4B-EB69-4DE7-B819-BFBE02E83BB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047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9505" y="98010"/>
            <a:ext cx="1088528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JOB-02 : Issue Material to Production Floor</a:t>
            </a:r>
            <a:endParaRPr lang="en-US" sz="4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4602"/>
          <a:stretch/>
        </p:blipFill>
        <p:spPr>
          <a:xfrm>
            <a:off x="367862" y="1057022"/>
            <a:ext cx="10124794" cy="543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98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697"/>
          <a:stretch/>
        </p:blipFill>
        <p:spPr>
          <a:xfrm>
            <a:off x="698628" y="824777"/>
            <a:ext cx="10499463" cy="56285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628" y="199697"/>
            <a:ext cx="4771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หน้าจอที่แสดงเมื่อเรากดเข้ามาแล้ว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06351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832"/>
          <a:stretch/>
        </p:blipFill>
        <p:spPr>
          <a:xfrm>
            <a:off x="329407" y="639425"/>
            <a:ext cx="11037346" cy="59085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13793" y="1681655"/>
            <a:ext cx="2764221" cy="231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329407" y="2033751"/>
            <a:ext cx="2245627" cy="22597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2575035" y="1910255"/>
            <a:ext cx="984386" cy="22334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725214" y="2901188"/>
            <a:ext cx="50029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solidFill>
                  <a:srgbClr val="FF0000"/>
                </a:solidFill>
              </a:rPr>
              <a:t>1. เลือกวันที่ที่ต้องการจะดูข้อมูล</a:t>
            </a:r>
          </a:p>
          <a:p>
            <a:r>
              <a:rPr lang="th-TH" dirty="0" smtClean="0">
                <a:solidFill>
                  <a:srgbClr val="00B0F0"/>
                </a:solidFill>
              </a:rPr>
              <a:t>2. เลือกคลังที่เราต้องการจะดู</a:t>
            </a:r>
          </a:p>
          <a:p>
            <a:r>
              <a:rPr lang="th-TH" dirty="0" smtClean="0">
                <a:solidFill>
                  <a:srgbClr val="00B050"/>
                </a:solidFill>
              </a:rPr>
              <a:t>3. กด</a:t>
            </a:r>
            <a:r>
              <a:rPr lang="en-US" dirty="0" err="1" smtClean="0">
                <a:solidFill>
                  <a:srgbClr val="00B050"/>
                </a:solidFill>
              </a:rPr>
              <a:t>Revetie</a:t>
            </a:r>
            <a:endParaRPr lang="th-T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70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49" y="1200935"/>
            <a:ext cx="9724744" cy="54674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569" y="455721"/>
            <a:ext cx="4063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 smtClean="0">
                <a:solidFill>
                  <a:srgbClr val="00B050"/>
                </a:solidFill>
              </a:rPr>
              <a:t>กด</a:t>
            </a:r>
            <a:r>
              <a:rPr lang="en-US" dirty="0" err="1" smtClean="0">
                <a:solidFill>
                  <a:srgbClr val="00B050"/>
                </a:solidFill>
              </a:rPr>
              <a:t>Revetie</a:t>
            </a:r>
            <a:r>
              <a:rPr lang="th-TH" dirty="0" smtClean="0">
                <a:solidFill>
                  <a:srgbClr val="00B050"/>
                </a:solidFill>
              </a:rPr>
              <a:t>แล้ว  ข้อมูลจะแสดงตามนี้</a:t>
            </a:r>
            <a:endParaRPr lang="th-T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38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68" y="1371599"/>
            <a:ext cx="9119423" cy="51271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1073" y="209756"/>
            <a:ext cx="2911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000" b="1" dirty="0" smtClean="0"/>
              <a:t>การเบิกวัตถุดิบ</a:t>
            </a:r>
            <a:endParaRPr lang="th-TH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1698171" y="2873829"/>
            <a:ext cx="2024743" cy="5355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1365968" y="1849822"/>
            <a:ext cx="332203" cy="325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1720579" y="1915377"/>
            <a:ext cx="2002335" cy="325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TextBox 6"/>
          <p:cNvSpPr txBox="1"/>
          <p:nvPr/>
        </p:nvSpPr>
        <p:spPr>
          <a:xfrm>
            <a:off x="552692" y="2886186"/>
            <a:ext cx="1145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solidFill>
                  <a:srgbClr val="FF0000"/>
                </a:solidFill>
              </a:rPr>
              <a:t>คลิกเลือก</a:t>
            </a:r>
            <a:endParaRPr lang="th-TH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45321" y="1849822"/>
            <a:ext cx="4515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solidFill>
                  <a:srgbClr val="FF0000"/>
                </a:solidFill>
              </a:rPr>
              <a:t>คลิกแล้วพิมค้นหา </a:t>
            </a:r>
            <a:r>
              <a:rPr lang="en-US" dirty="0" err="1" smtClean="0">
                <a:solidFill>
                  <a:srgbClr val="FF0000"/>
                </a:solidFill>
              </a:rPr>
              <a:t>cp</a:t>
            </a:r>
            <a:r>
              <a:rPr lang="en-US" dirty="0" smtClean="0">
                <a:solidFill>
                  <a:srgbClr val="FF0000"/>
                </a:solidFill>
              </a:rPr>
              <a:t> inventory</a:t>
            </a:r>
            <a:endParaRPr lang="th-T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381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25" y="779582"/>
            <a:ext cx="10629084" cy="59759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5067" y="172280"/>
            <a:ext cx="9606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หน้อจอที่แสดงเมื่อกดเลือก</a:t>
            </a:r>
            <a:r>
              <a:rPr lang="en-US" dirty="0" smtClean="0"/>
              <a:t>  </a:t>
            </a:r>
            <a:r>
              <a:rPr lang="en-US" dirty="0" err="1" smtClean="0">
                <a:solidFill>
                  <a:srgbClr val="FF0000"/>
                </a:solidFill>
              </a:rPr>
              <a:t>cp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inventory</a:t>
            </a:r>
            <a:endParaRPr lang="th-TH" dirty="0">
              <a:solidFill>
                <a:srgbClr val="00B0F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47306" y="3892604"/>
            <a:ext cx="30428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 smtClean="0">
                <a:solidFill>
                  <a:srgbClr val="00B0F0"/>
                </a:solidFill>
              </a:rPr>
              <a:t>เพื่อใช้เบิกวัตถุดิบ บรรจุภัณฑ์</a:t>
            </a:r>
            <a:endParaRPr lang="th-TH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306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25" y="779582"/>
            <a:ext cx="10629084" cy="597594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39622" y="1082566"/>
            <a:ext cx="336331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72670" y="1387366"/>
            <a:ext cx="1645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กด </a:t>
            </a:r>
            <a:r>
              <a:rPr lang="en-US" dirty="0" smtClean="0"/>
              <a:t>NEW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625026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9" y="567966"/>
            <a:ext cx="11478170" cy="6453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05394" y="1280160"/>
            <a:ext cx="6910252" cy="1449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705394" y="3973361"/>
            <a:ext cx="9757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solidFill>
                  <a:srgbClr val="FF0000"/>
                </a:solidFill>
              </a:rPr>
              <a:t>คีย์ข้อมูลให้ครบตามกรอบสีแดง </a:t>
            </a:r>
            <a:r>
              <a:rPr lang="th-TH" dirty="0" smtClean="0"/>
              <a:t>แล้วกดบันทึกตามกรอบสีเหลือง </a:t>
            </a:r>
            <a:r>
              <a:rPr lang="th-TH" dirty="0" smtClean="0">
                <a:solidFill>
                  <a:srgbClr val="00B050"/>
                </a:solidFill>
              </a:rPr>
              <a:t>เพื่อให้รหัส ขึ้นกรอบสีเขียว</a:t>
            </a:r>
            <a:endParaRPr lang="th-TH" dirty="0">
              <a:solidFill>
                <a:srgbClr val="00B05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22469" y="862149"/>
            <a:ext cx="1711234" cy="28738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705394" y="920933"/>
            <a:ext cx="287383" cy="19594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1903724" y="1312816"/>
            <a:ext cx="1711234" cy="34781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/>
          <p:cNvSpPr txBox="1"/>
          <p:nvPr/>
        </p:nvSpPr>
        <p:spPr>
          <a:xfrm>
            <a:off x="496389" y="4702070"/>
            <a:ext cx="51278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 smtClean="0"/>
              <a:t>เลือก </a:t>
            </a:r>
            <a:r>
              <a:rPr lang="en-US" sz="2000" dirty="0" smtClean="0"/>
              <a:t>Document Type    s=</a:t>
            </a:r>
            <a:r>
              <a:rPr lang="th-TH" sz="2000" dirty="0" smtClean="0"/>
              <a:t>ซอส</a:t>
            </a:r>
          </a:p>
          <a:p>
            <a:r>
              <a:rPr lang="en-US" sz="2000" dirty="0" smtClean="0"/>
              <a:t>Request Date = </a:t>
            </a:r>
            <a:r>
              <a:rPr lang="th-TH" sz="2000" dirty="0" smtClean="0"/>
              <a:t>วันที่ ที่ต้องการ</a:t>
            </a:r>
          </a:p>
          <a:p>
            <a:r>
              <a:rPr lang="en-US" sz="2000" dirty="0" smtClean="0"/>
              <a:t>From Warehouse = </a:t>
            </a:r>
            <a:r>
              <a:rPr lang="th-TH" sz="2000" dirty="0" smtClean="0"/>
              <a:t>เบิกจากคลังไหน</a:t>
            </a:r>
          </a:p>
          <a:p>
            <a:r>
              <a:rPr lang="en-US" sz="2000" dirty="0" smtClean="0"/>
              <a:t>To Warehouse  = </a:t>
            </a:r>
            <a:r>
              <a:rPr lang="th-TH" sz="2000" dirty="0" smtClean="0"/>
              <a:t>ส่งไปคลังไหน</a:t>
            </a:r>
          </a:p>
          <a:p>
            <a:r>
              <a:rPr lang="en-US" sz="2000" dirty="0" smtClean="0"/>
              <a:t>Description  = </a:t>
            </a:r>
            <a:r>
              <a:rPr lang="th-TH" sz="2000" dirty="0" smtClean="0"/>
              <a:t>คำอธิบายเพิ่มเติม</a:t>
            </a:r>
            <a:endParaRPr lang="th-TH" sz="2000" dirty="0"/>
          </a:p>
        </p:txBody>
      </p:sp>
    </p:spTree>
    <p:extLst>
      <p:ext uri="{BB962C8B-B14F-4D97-AF65-F5344CB8AC3E}">
        <p14:creationId xmlns:p14="http://schemas.microsoft.com/office/powerpoint/2010/main" val="2940844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9" y="567966"/>
            <a:ext cx="11478170" cy="6453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49977" y="2677886"/>
            <a:ext cx="1045029" cy="4310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/>
          <p:cNvSpPr txBox="1"/>
          <p:nvPr/>
        </p:nvSpPr>
        <p:spPr>
          <a:xfrm>
            <a:off x="1449976" y="4676503"/>
            <a:ext cx="8908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กด </a:t>
            </a:r>
            <a:r>
              <a:rPr lang="en-US" dirty="0" smtClean="0"/>
              <a:t>NEW LINE  </a:t>
            </a:r>
            <a:r>
              <a:rPr lang="th-TH" dirty="0" smtClean="0"/>
              <a:t> เลือก </a:t>
            </a:r>
            <a:r>
              <a:rPr lang="en-US" dirty="0" smtClean="0"/>
              <a:t>Part </a:t>
            </a:r>
            <a:r>
              <a:rPr lang="th-TH" dirty="0" smtClean="0"/>
              <a:t>มาใส่ ข้อมูลจะขึ้นตามกรอบเหลือง</a:t>
            </a:r>
            <a:endParaRPr lang="th-TH" dirty="0"/>
          </a:p>
        </p:txBody>
      </p:sp>
      <p:sp>
        <p:nvSpPr>
          <p:cNvPr id="9" name="Rectangle 8"/>
          <p:cNvSpPr/>
          <p:nvPr/>
        </p:nvSpPr>
        <p:spPr>
          <a:xfrm>
            <a:off x="600891" y="3370217"/>
            <a:ext cx="10750732" cy="71845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20106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45" y="933995"/>
            <a:ext cx="9623243" cy="54104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97635" y="1502229"/>
            <a:ext cx="809896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8298219" y="1502229"/>
            <a:ext cx="1634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กด </a:t>
            </a:r>
            <a:r>
              <a:rPr lang="en-US" dirty="0" smtClean="0"/>
              <a:t>Print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02299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4289" y="2977845"/>
            <a:ext cx="1161393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JOB-10 : Time and </a:t>
            </a:r>
            <a:r>
              <a:rPr lang="en-US" sz="72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Expentory</a:t>
            </a:r>
            <a:endParaRPr lang="en-US" sz="7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50049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95" y="357353"/>
            <a:ext cx="11188466" cy="629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92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9" y="862149"/>
            <a:ext cx="10424160" cy="58607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78240" y="2050869"/>
            <a:ext cx="2599509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3200"/>
          </a:p>
        </p:txBody>
      </p:sp>
      <p:sp>
        <p:nvSpPr>
          <p:cNvPr id="4" name="TextBox 3"/>
          <p:cNvSpPr txBox="1"/>
          <p:nvPr/>
        </p:nvSpPr>
        <p:spPr>
          <a:xfrm>
            <a:off x="8778240" y="2858813"/>
            <a:ext cx="2900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ใส่รหัสพนักงาน </a:t>
            </a:r>
            <a:r>
              <a:rPr lang="en-US" dirty="0" smtClean="0"/>
              <a:t>S03865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30889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9649" y="200448"/>
            <a:ext cx="3229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dirty="0" smtClean="0"/>
              <a:t>เริ่มผลิต </a:t>
            </a:r>
            <a:r>
              <a:rPr lang="en-US" sz="3600" dirty="0" smtClean="0"/>
              <a:t>Start</a:t>
            </a:r>
            <a:endParaRPr lang="th-TH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65" y="955416"/>
            <a:ext cx="10184946" cy="57262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88720" y="2495006"/>
            <a:ext cx="1711234" cy="483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2856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93679"/>
            <a:ext cx="10215699" cy="57435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76514" y="2111528"/>
            <a:ext cx="2142308" cy="12932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3690002" y="610119"/>
            <a:ext cx="429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ใส่เลข </a:t>
            </a:r>
            <a:r>
              <a:rPr lang="en-US" dirty="0" smtClean="0"/>
              <a:t>Job  </a:t>
            </a:r>
            <a:r>
              <a:rPr lang="th-TH" dirty="0" smtClean="0"/>
              <a:t>ที่เราเปิดไว้แล้วแล้ว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854901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715215"/>
            <a:ext cx="10567852" cy="59415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53451" y="2220686"/>
            <a:ext cx="1946366" cy="6139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2037806" y="4140926"/>
            <a:ext cx="9392194" cy="56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07347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34" y="709718"/>
            <a:ext cx="10354762" cy="582171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8171" y="1319349"/>
            <a:ext cx="2272938" cy="16328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431075" y="186498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/>
              <a:t>แบบที่ 2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90525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601"/>
          <a:stretch/>
        </p:blipFill>
        <p:spPr>
          <a:xfrm>
            <a:off x="1273604" y="1219200"/>
            <a:ext cx="10165235" cy="545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024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482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242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160</Words>
  <Application>Microsoft Office PowerPoint</Application>
  <PresentationFormat>Widescreen</PresentationFormat>
  <Paragraphs>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Angsana New</vt:lpstr>
      <vt:lpstr>Arial</vt:lpstr>
      <vt:lpstr>Calibri</vt:lpstr>
      <vt:lpstr>Calibri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PN25</dc:creator>
  <cp:lastModifiedBy>PN25</cp:lastModifiedBy>
  <cp:revision>10</cp:revision>
  <dcterms:created xsi:type="dcterms:W3CDTF">2024-03-25T07:42:35Z</dcterms:created>
  <dcterms:modified xsi:type="dcterms:W3CDTF">2024-03-25T10:59:41Z</dcterms:modified>
</cp:coreProperties>
</file>