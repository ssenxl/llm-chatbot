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071B6-4DB8-4699-9313-BAFE9E961515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1F845-ADFC-4BEE-B1D4-CF7873642D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26143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071B6-4DB8-4699-9313-BAFE9E961515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1F845-ADFC-4BEE-B1D4-CF7873642D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5734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071B6-4DB8-4699-9313-BAFE9E961515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1F845-ADFC-4BEE-B1D4-CF7873642D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52410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071B6-4DB8-4699-9313-BAFE9E961515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1F845-ADFC-4BEE-B1D4-CF7873642D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38563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071B6-4DB8-4699-9313-BAFE9E961515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1F845-ADFC-4BEE-B1D4-CF7873642D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65155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071B6-4DB8-4699-9313-BAFE9E961515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1F845-ADFC-4BEE-B1D4-CF7873642D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83150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071B6-4DB8-4699-9313-BAFE9E961515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1F845-ADFC-4BEE-B1D4-CF7873642D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7242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071B6-4DB8-4699-9313-BAFE9E961515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1F845-ADFC-4BEE-B1D4-CF7873642D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60972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071B6-4DB8-4699-9313-BAFE9E961515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1F845-ADFC-4BEE-B1D4-CF7873642D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2963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071B6-4DB8-4699-9313-BAFE9E961515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1F845-ADFC-4BEE-B1D4-CF7873642D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15425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071B6-4DB8-4699-9313-BAFE9E961515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1F845-ADFC-4BEE-B1D4-CF7873642D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8512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071B6-4DB8-4699-9313-BAFE9E961515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1F845-ADFC-4BEE-B1D4-CF7873642D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25203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76551" y="1991109"/>
            <a:ext cx="1022656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38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EucrosiaUPC" panose="02020603050405020304" pitchFamily="18" charset="-34"/>
                <a:cs typeface="EucrosiaUPC" panose="02020603050405020304" pitchFamily="18" charset="-34"/>
              </a:rPr>
              <a:t>การยืนยันออเดอร์</a:t>
            </a:r>
            <a:endParaRPr lang="th-TH" sz="13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EucrosiaUPC" panose="02020603050405020304" pitchFamily="18" charset="-34"/>
              <a:cs typeface="Eucrosi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73511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462" y="606868"/>
            <a:ext cx="10433141" cy="58657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27462" y="1149531"/>
            <a:ext cx="2795452" cy="182879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30999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66" y="410983"/>
            <a:ext cx="10642146" cy="598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44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034" y="581297"/>
            <a:ext cx="9361987" cy="526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09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52" y="326572"/>
            <a:ext cx="11247664" cy="63237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808514" y="3108960"/>
            <a:ext cx="1998617" cy="2978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15714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21" y="411480"/>
            <a:ext cx="10606410" cy="596319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7030" y="3017521"/>
            <a:ext cx="1005840" cy="2351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6622870" y="4845615"/>
            <a:ext cx="2625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>
                <a:solidFill>
                  <a:srgbClr val="FF0000"/>
                </a:solidFill>
              </a:rPr>
              <a:t>ลงคอมเม้นแล้วกดบันทึก</a:t>
            </a:r>
            <a:endParaRPr lang="th-T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927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966" y="1359436"/>
            <a:ext cx="9779998" cy="549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28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10</Words>
  <Application>Microsoft Office PowerPoint</Application>
  <PresentationFormat>Widescreen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Angsana New</vt:lpstr>
      <vt:lpstr>Arial</vt:lpstr>
      <vt:lpstr>Calibri</vt:lpstr>
      <vt:lpstr>Calibri Light</vt:lpstr>
      <vt:lpstr>Cordia New</vt:lpstr>
      <vt:lpstr>EucrosiaUPC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PLAN20</dc:creator>
  <cp:lastModifiedBy>PN25</cp:lastModifiedBy>
  <cp:revision>7</cp:revision>
  <dcterms:created xsi:type="dcterms:W3CDTF">2024-01-18T02:34:34Z</dcterms:created>
  <dcterms:modified xsi:type="dcterms:W3CDTF">2024-03-22T06:43:03Z</dcterms:modified>
</cp:coreProperties>
</file>