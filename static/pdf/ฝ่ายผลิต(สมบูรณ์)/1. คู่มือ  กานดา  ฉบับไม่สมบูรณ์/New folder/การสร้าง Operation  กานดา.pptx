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9" r:id="rId9"/>
    <p:sldId id="265" r:id="rId10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62AFD-81C2-4C29-9C2E-731B6A98CCF1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68B6E-5EA3-4502-B07B-6F76F35CF0A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20795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62AFD-81C2-4C29-9C2E-731B6A98CCF1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68B6E-5EA3-4502-B07B-6F76F35CF0A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16807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62AFD-81C2-4C29-9C2E-731B6A98CCF1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68B6E-5EA3-4502-B07B-6F76F35CF0A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39630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62AFD-81C2-4C29-9C2E-731B6A98CCF1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68B6E-5EA3-4502-B07B-6F76F35CF0A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59323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62AFD-81C2-4C29-9C2E-731B6A98CCF1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68B6E-5EA3-4502-B07B-6F76F35CF0A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44985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62AFD-81C2-4C29-9C2E-731B6A98CCF1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68B6E-5EA3-4502-B07B-6F76F35CF0A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8644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62AFD-81C2-4C29-9C2E-731B6A98CCF1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68B6E-5EA3-4502-B07B-6F76F35CF0A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78461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62AFD-81C2-4C29-9C2E-731B6A98CCF1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68B6E-5EA3-4502-B07B-6F76F35CF0A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256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62AFD-81C2-4C29-9C2E-731B6A98CCF1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68B6E-5EA3-4502-B07B-6F76F35CF0A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0419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62AFD-81C2-4C29-9C2E-731B6A98CCF1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68B6E-5EA3-4502-B07B-6F76F35CF0A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01891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62AFD-81C2-4C29-9C2E-731B6A98CCF1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68B6E-5EA3-4502-B07B-6F76F35CF0A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46287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62AFD-81C2-4C29-9C2E-731B6A98CCF1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68B6E-5EA3-4502-B07B-6F76F35CF0A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28259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6519" y="2431899"/>
            <a:ext cx="69783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8800" dirty="0" smtClean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ucrosiaUPC" panose="02020603050405020304" pitchFamily="18" charset="-34"/>
                <a:cs typeface="EucrosiaUPC" panose="02020603050405020304" pitchFamily="18" charset="-34"/>
              </a:rPr>
              <a:t>การสร้าง </a:t>
            </a:r>
            <a:r>
              <a:rPr lang="en-US" sz="8800" dirty="0" smtClean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ucrosiaUPC" panose="02020603050405020304" pitchFamily="18" charset="-34"/>
                <a:cs typeface="EucrosiaUPC" panose="02020603050405020304" pitchFamily="18" charset="-34"/>
              </a:rPr>
              <a:t>Operation</a:t>
            </a:r>
            <a:endParaRPr lang="th-TH" sz="88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EucrosiaUPC" panose="02020603050405020304" pitchFamily="18" charset="-34"/>
              <a:cs typeface="Eucrosi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02034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4740" y="201774"/>
            <a:ext cx="5612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600" dirty="0" smtClean="0"/>
              <a:t>กดเข้า </a:t>
            </a:r>
            <a:r>
              <a:rPr lang="en-US" sz="3600" dirty="0" smtClean="0"/>
              <a:t>CP Engineering</a:t>
            </a:r>
            <a:endParaRPr lang="th-TH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086" y="1315411"/>
            <a:ext cx="9702150" cy="518489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92086" y="1807467"/>
            <a:ext cx="2510828" cy="491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2292086" y="2579090"/>
            <a:ext cx="2510828" cy="6929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/>
          <p:cNvSpPr txBox="1"/>
          <p:nvPr/>
        </p:nvSpPr>
        <p:spPr>
          <a:xfrm>
            <a:off x="374740" y="1807467"/>
            <a:ext cx="1493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 </a:t>
            </a:r>
            <a:r>
              <a:rPr lang="th-TH" sz="2000" dirty="0" smtClean="0"/>
              <a:t>คลิก </a:t>
            </a:r>
            <a:endParaRPr lang="th-TH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152274" y="2790842"/>
            <a:ext cx="2139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2 </a:t>
            </a:r>
            <a:r>
              <a:rPr lang="th-TH" sz="1800" dirty="0" smtClean="0"/>
              <a:t>คลิก</a:t>
            </a:r>
            <a:r>
              <a:rPr lang="en-US" sz="1800" dirty="0"/>
              <a:t> CP Engineering</a:t>
            </a:r>
            <a:endParaRPr lang="th-TH" sz="1800" dirty="0"/>
          </a:p>
        </p:txBody>
      </p:sp>
    </p:spTree>
    <p:extLst>
      <p:ext uri="{BB962C8B-B14F-4D97-AF65-F5344CB8AC3E}">
        <p14:creationId xmlns:p14="http://schemas.microsoft.com/office/powerpoint/2010/main" val="1106931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544" y="758596"/>
            <a:ext cx="10923376" cy="522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16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034" y="868680"/>
            <a:ext cx="9314361" cy="523677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97680" y="3526971"/>
            <a:ext cx="3585078" cy="3918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4067503" y="4162678"/>
            <a:ext cx="778816" cy="3147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4206239" y="2219906"/>
            <a:ext cx="3676519" cy="3918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07271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165" y="757796"/>
            <a:ext cx="10563769" cy="593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56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8" y="803366"/>
            <a:ext cx="8852896" cy="49773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4496" y="1381810"/>
            <a:ext cx="1650124" cy="4702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640078" y="5974413"/>
            <a:ext cx="2899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400" dirty="0" smtClean="0"/>
              <a:t>ลบ </a:t>
            </a:r>
            <a:r>
              <a:rPr lang="en-US" sz="4400" dirty="0" smtClean="0"/>
              <a:t>op </a:t>
            </a:r>
            <a:endParaRPr lang="th-TH" sz="4400" dirty="0"/>
          </a:p>
        </p:txBody>
      </p:sp>
    </p:spTree>
    <p:extLst>
      <p:ext uri="{BB962C8B-B14F-4D97-AF65-F5344CB8AC3E}">
        <p14:creationId xmlns:p14="http://schemas.microsoft.com/office/powerpoint/2010/main" val="2850409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620" y="647287"/>
            <a:ext cx="10710963" cy="60219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40916" y="2528338"/>
            <a:ext cx="1828800" cy="2351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4740916" y="2889744"/>
            <a:ext cx="1828800" cy="2351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3989427" y="2030447"/>
            <a:ext cx="1828800" cy="2351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/>
          <p:cNvSpPr/>
          <p:nvPr/>
        </p:nvSpPr>
        <p:spPr>
          <a:xfrm>
            <a:off x="1261841" y="969504"/>
            <a:ext cx="383178" cy="2394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6826618" y="4035972"/>
            <a:ext cx="2811367" cy="2207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75810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944" y="1342649"/>
            <a:ext cx="9427301" cy="530026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142699" y="1446663"/>
            <a:ext cx="382137" cy="2047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2142699" y="1651379"/>
            <a:ext cx="1446662" cy="1637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3455158" y="2513462"/>
            <a:ext cx="1446662" cy="1637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/>
          <p:cNvSpPr txBox="1"/>
          <p:nvPr/>
        </p:nvSpPr>
        <p:spPr>
          <a:xfrm>
            <a:off x="709684" y="545910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Actions ---- Group------</a:t>
            </a:r>
            <a:r>
              <a:rPr lang="en-US" dirty="0" err="1" smtClean="0">
                <a:solidFill>
                  <a:srgbClr val="0070C0"/>
                </a:solidFill>
              </a:rPr>
              <a:t>Appord</a:t>
            </a:r>
            <a:r>
              <a:rPr lang="en-US" dirty="0" smtClean="0">
                <a:solidFill>
                  <a:srgbClr val="0070C0"/>
                </a:solidFill>
              </a:rPr>
              <a:t> and </a:t>
            </a:r>
            <a:r>
              <a:rPr lang="en-US" dirty="0" err="1" smtClean="0">
                <a:solidFill>
                  <a:srgbClr val="0070C0"/>
                </a:solidFill>
              </a:rPr>
              <a:t>chack</a:t>
            </a:r>
            <a:r>
              <a:rPr lang="en-US" dirty="0" smtClean="0">
                <a:solidFill>
                  <a:srgbClr val="0070C0"/>
                </a:solidFill>
              </a:rPr>
              <a:t> in all</a:t>
            </a:r>
            <a:endParaRPr lang="th-TH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359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72" y="662889"/>
            <a:ext cx="10185920" cy="572678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24471" y="2881980"/>
            <a:ext cx="1692322" cy="13101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7233314" y="3526280"/>
            <a:ext cx="1187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>
                <a:solidFill>
                  <a:srgbClr val="FF0000"/>
                </a:solidFill>
              </a:rPr>
              <a:t>กด </a:t>
            </a:r>
            <a:r>
              <a:rPr lang="en-US" dirty="0" smtClean="0">
                <a:solidFill>
                  <a:srgbClr val="FF0000"/>
                </a:solidFill>
              </a:rPr>
              <a:t>Yes</a:t>
            </a:r>
            <a:endParaRPr lang="th-T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467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26</Words>
  <Application>Microsoft Office PowerPoint</Application>
  <PresentationFormat>Widescreen</PresentationFormat>
  <Paragraphs>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Angsana New</vt:lpstr>
      <vt:lpstr>Arial</vt:lpstr>
      <vt:lpstr>Calibri</vt:lpstr>
      <vt:lpstr>Calibri Light</vt:lpstr>
      <vt:lpstr>Cordia New</vt:lpstr>
      <vt:lpstr>EucrosiaUPC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PN25</dc:creator>
  <cp:lastModifiedBy>PN25</cp:lastModifiedBy>
  <cp:revision>2</cp:revision>
  <dcterms:created xsi:type="dcterms:W3CDTF">2024-03-22T06:20:26Z</dcterms:created>
  <dcterms:modified xsi:type="dcterms:W3CDTF">2024-03-22T06:41:02Z</dcterms:modified>
</cp:coreProperties>
</file>