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6" r:id="rId11"/>
    <p:sldId id="267" r:id="rId12"/>
    <p:sldId id="268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8860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042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448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4283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6124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447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8851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1504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315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229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1189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AA0880-25A3-432F-B709-157AE541588D}" type="datetimeFigureOut">
              <a:rPr lang="th-TH" smtClean="0"/>
              <a:t>05/08/67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C8B99-8B38-4EC5-8187-F77BDF80485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43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87" y="1003823"/>
            <a:ext cx="9165515" cy="51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4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7" y="584275"/>
            <a:ext cx="10746890" cy="60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5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2" y="261546"/>
            <a:ext cx="11327802" cy="637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87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9" y="562759"/>
            <a:ext cx="10628556" cy="597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12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7" y="304576"/>
            <a:ext cx="10822193" cy="608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70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406" y="496976"/>
            <a:ext cx="10157567" cy="571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54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444426"/>
            <a:ext cx="10607039" cy="596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1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95" y="519729"/>
            <a:ext cx="10370372" cy="58333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11972" y="4277710"/>
            <a:ext cx="1923394" cy="10089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2789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63" y="519729"/>
            <a:ext cx="10348856" cy="582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45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2" y="284197"/>
            <a:ext cx="11321124" cy="636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8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75" y="379207"/>
            <a:ext cx="11517854" cy="647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390637"/>
            <a:ext cx="10861638" cy="61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8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5" y="472965"/>
            <a:ext cx="10874704" cy="611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89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95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152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PLAN20</dc:creator>
  <cp:lastModifiedBy>Bundit Singkaew</cp:lastModifiedBy>
  <cp:revision>3</cp:revision>
  <dcterms:created xsi:type="dcterms:W3CDTF">2024-05-27T02:14:51Z</dcterms:created>
  <dcterms:modified xsi:type="dcterms:W3CDTF">2024-08-05T08:32:48Z</dcterms:modified>
</cp:coreProperties>
</file>