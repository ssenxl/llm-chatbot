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F6A1-7BB7-4961-AD30-89FD2F800874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CFAF-C80A-44AF-86E0-0F4A5999841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2773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F6A1-7BB7-4961-AD30-89FD2F800874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CFAF-C80A-44AF-86E0-0F4A5999841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93869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F6A1-7BB7-4961-AD30-89FD2F800874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CFAF-C80A-44AF-86E0-0F4A5999841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40076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F6A1-7BB7-4961-AD30-89FD2F800874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CFAF-C80A-44AF-86E0-0F4A5999841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05476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F6A1-7BB7-4961-AD30-89FD2F800874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CFAF-C80A-44AF-86E0-0F4A5999841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2080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F6A1-7BB7-4961-AD30-89FD2F800874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CFAF-C80A-44AF-86E0-0F4A5999841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91842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F6A1-7BB7-4961-AD30-89FD2F800874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CFAF-C80A-44AF-86E0-0F4A5999841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10492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F6A1-7BB7-4961-AD30-89FD2F800874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CFAF-C80A-44AF-86E0-0F4A5999841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33093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F6A1-7BB7-4961-AD30-89FD2F800874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CFAF-C80A-44AF-86E0-0F4A5999841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949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F6A1-7BB7-4961-AD30-89FD2F800874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CFAF-C80A-44AF-86E0-0F4A5999841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35277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F6A1-7BB7-4961-AD30-89FD2F800874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CFAF-C80A-44AF-86E0-0F4A5999841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2562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5F6A1-7BB7-4961-AD30-89FD2F800874}" type="datetimeFigureOut">
              <a:rPr lang="th-TH" smtClean="0"/>
              <a:t>22/03/67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1CFAF-C80A-44AF-86E0-0F4A5999841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62076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29974" y="1821708"/>
            <a:ext cx="8711039" cy="264687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16600" dirty="0" smtClean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oper Black" panose="0208090404030B020404" pitchFamily="18" charset="0"/>
              </a:rPr>
              <a:t>การเปิด </a:t>
            </a:r>
            <a:r>
              <a:rPr lang="en-US" sz="16600" dirty="0" smtClean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oper Black" panose="0208090404030B020404" pitchFamily="18" charset="0"/>
              </a:rPr>
              <a:t>PR </a:t>
            </a:r>
            <a:endParaRPr lang="en-US" sz="16600" b="0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927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4564"/>
          <a:stretch/>
        </p:blipFill>
        <p:spPr>
          <a:xfrm>
            <a:off x="693391" y="834544"/>
            <a:ext cx="10799484" cy="57974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3391" y="283779"/>
            <a:ext cx="2859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เข้าโปรแกรม</a:t>
            </a:r>
            <a:r>
              <a:rPr lang="en-US" dirty="0" smtClean="0"/>
              <a:t>  Epicor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299474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4383"/>
          <a:stretch/>
        </p:blipFill>
        <p:spPr>
          <a:xfrm>
            <a:off x="1460937" y="1008993"/>
            <a:ext cx="10536312" cy="566689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60937" y="1492469"/>
            <a:ext cx="378372" cy="3468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1839309" y="2165131"/>
            <a:ext cx="1975946" cy="5990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97927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4846"/>
          <a:stretch/>
        </p:blipFill>
        <p:spPr>
          <a:xfrm>
            <a:off x="588579" y="808083"/>
            <a:ext cx="10920248" cy="584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071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2986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525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2194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535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455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884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</Words>
  <Application>Microsoft Office PowerPoint</Application>
  <PresentationFormat>Widescreen</PresentationFormat>
  <Paragraphs>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Angsana New</vt:lpstr>
      <vt:lpstr>Arial</vt:lpstr>
      <vt:lpstr>Calibri</vt:lpstr>
      <vt:lpstr>Calibri Light</vt:lpstr>
      <vt:lpstr>Cooper Black</vt:lpstr>
      <vt:lpstr>Cordia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PN25</dc:creator>
  <cp:lastModifiedBy>PN25</cp:lastModifiedBy>
  <cp:revision>2</cp:revision>
  <dcterms:created xsi:type="dcterms:W3CDTF">2024-03-22T04:53:58Z</dcterms:created>
  <dcterms:modified xsi:type="dcterms:W3CDTF">2024-03-22T06:17:28Z</dcterms:modified>
</cp:coreProperties>
</file>