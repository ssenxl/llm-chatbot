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03" r:id="rId17"/>
    <p:sldId id="304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1" r:id="rId29"/>
    <p:sldId id="282" r:id="rId30"/>
    <p:sldId id="283" r:id="rId31"/>
    <p:sldId id="284" r:id="rId32"/>
    <p:sldId id="286" r:id="rId33"/>
    <p:sldId id="287" r:id="rId34"/>
    <p:sldId id="294" r:id="rId35"/>
    <p:sldId id="295" r:id="rId36"/>
    <p:sldId id="301" r:id="rId37"/>
    <p:sldId id="296" r:id="rId38"/>
    <p:sldId id="297" r:id="rId39"/>
    <p:sldId id="298" r:id="rId40"/>
    <p:sldId id="293" r:id="rId41"/>
    <p:sldId id="288" r:id="rId42"/>
    <p:sldId id="289" r:id="rId43"/>
    <p:sldId id="290" r:id="rId44"/>
    <p:sldId id="291" r:id="rId45"/>
    <p:sldId id="292" r:id="rId46"/>
    <p:sldId id="302" r:id="rId47"/>
    <p:sldId id="305" r:id="rId48"/>
    <p:sldId id="306" r:id="rId49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848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1855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8112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261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55873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607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187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16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9929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9620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282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3DA09-E4CE-4B62-9B7B-DD9DFAE5FBE7}" type="datetimeFigureOut">
              <a:rPr lang="th-TH" smtClean="0"/>
              <a:t>03/01/68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F3D0B-2C1C-43D3-B630-73AC8C8BC91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7411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54318" y="2554014"/>
            <a:ext cx="813500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3800" dirty="0">
                <a:solidFill>
                  <a:srgbClr val="6600CC"/>
                </a:solidFill>
              </a:rPr>
              <a:t>การเปิด </a:t>
            </a:r>
            <a:r>
              <a:rPr lang="en-US" sz="13800" dirty="0">
                <a:solidFill>
                  <a:srgbClr val="6600CC"/>
                </a:solidFill>
              </a:rPr>
              <a:t>PR</a:t>
            </a:r>
            <a:endParaRPr lang="th-TH" sz="13800" dirty="0">
              <a:solidFill>
                <a:srgbClr val="66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30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55" y="1283522"/>
            <a:ext cx="9574306" cy="53855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3889" y="1755227"/>
            <a:ext cx="1765738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903889" y="2324047"/>
            <a:ext cx="1765738" cy="6188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425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29" y="942571"/>
            <a:ext cx="9858702" cy="5545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2966" y="346841"/>
            <a:ext cx="52446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หน้าจอหลักที่แสดงหลังจากที่เลือกการเปิด </a:t>
            </a:r>
            <a:r>
              <a:rPr lang="en-US" dirty="0"/>
              <a:t>PR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0063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31" y="651641"/>
            <a:ext cx="10839875" cy="609743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6331" y="924910"/>
            <a:ext cx="241738" cy="2207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536028" y="210207"/>
            <a:ext cx="3678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กระดาษ (</a:t>
            </a:r>
            <a:r>
              <a:rPr lang="en-US" dirty="0"/>
              <a:t>NEW</a:t>
            </a:r>
            <a:r>
              <a:rPr lang="th-TH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8522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24" y="690182"/>
            <a:ext cx="10567348" cy="59441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81351" y="1250731"/>
            <a:ext cx="935421" cy="3468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8170989" y="1597573"/>
            <a:ext cx="3132083" cy="14399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777764" y="185627"/>
            <a:ext cx="31425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กดเลือก </a:t>
            </a:r>
            <a:r>
              <a:rPr lang="en-US" dirty="0"/>
              <a:t>Summary</a:t>
            </a:r>
            <a:endParaRPr lang="th-TH" dirty="0"/>
          </a:p>
        </p:txBody>
      </p:sp>
      <p:sp>
        <p:nvSpPr>
          <p:cNvPr id="6" name="TextBox 5"/>
          <p:cNvSpPr txBox="1"/>
          <p:nvPr/>
        </p:nvSpPr>
        <p:spPr>
          <a:xfrm>
            <a:off x="8170989" y="3404742"/>
            <a:ext cx="3289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ใส่ข้อมูลตามกรอบสีแดงให้เรียบร้อย</a:t>
            </a:r>
          </a:p>
        </p:txBody>
      </p:sp>
    </p:spTree>
    <p:extLst>
      <p:ext uri="{BB962C8B-B14F-4D97-AF65-F5344CB8AC3E}">
        <p14:creationId xmlns:p14="http://schemas.microsoft.com/office/powerpoint/2010/main" val="79027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0" y="471010"/>
            <a:ext cx="10865223" cy="61116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34703" y="1271752"/>
            <a:ext cx="3080890" cy="1692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8229601" y="2963917"/>
            <a:ext cx="3185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หน้าจอแสดงหลังจากลงข้อมูลครบแล้ว</a:t>
            </a:r>
          </a:p>
        </p:txBody>
      </p:sp>
    </p:spTree>
    <p:extLst>
      <p:ext uri="{BB962C8B-B14F-4D97-AF65-F5344CB8AC3E}">
        <p14:creationId xmlns:p14="http://schemas.microsoft.com/office/powerpoint/2010/main" val="77301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9" y="639687"/>
            <a:ext cx="10405735" cy="58532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7255" y="893379"/>
            <a:ext cx="178676" cy="2102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945931" y="116467"/>
            <a:ext cx="1734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กดบันทึก</a:t>
            </a:r>
          </a:p>
        </p:txBody>
      </p:sp>
    </p:spTree>
    <p:extLst>
      <p:ext uri="{BB962C8B-B14F-4D97-AF65-F5344CB8AC3E}">
        <p14:creationId xmlns:p14="http://schemas.microsoft.com/office/powerpoint/2010/main" val="359140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07" y="177501"/>
            <a:ext cx="11876442" cy="66804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573" y="704193"/>
            <a:ext cx="1198180" cy="3993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73573" y="1230885"/>
            <a:ext cx="206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  <a:r>
              <a:rPr lang="en-US" dirty="0"/>
              <a:t>NEW LINE</a:t>
            </a:r>
            <a:endParaRPr lang="th-TH" dirty="0"/>
          </a:p>
        </p:txBody>
      </p:sp>
      <p:sp>
        <p:nvSpPr>
          <p:cNvPr id="6" name="Rectangle 5"/>
          <p:cNvSpPr/>
          <p:nvPr/>
        </p:nvSpPr>
        <p:spPr>
          <a:xfrm>
            <a:off x="73573" y="483476"/>
            <a:ext cx="294289" cy="2207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38926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910" y="779095"/>
            <a:ext cx="10373711" cy="58352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3076" y="199697"/>
            <a:ext cx="3752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หน้าที่แสดงเมื่อกด </a:t>
            </a:r>
            <a:r>
              <a:rPr lang="en-US" dirty="0"/>
              <a:t>NEW LINE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92240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89" y="390638"/>
            <a:ext cx="11080376" cy="62327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0745" y="2522483"/>
            <a:ext cx="1797269" cy="3468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223641" y="1271752"/>
            <a:ext cx="1797269" cy="441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7441324" y="1261241"/>
            <a:ext cx="819807" cy="283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688489" y="2434293"/>
            <a:ext cx="1807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กดเลือก </a:t>
            </a:r>
            <a:r>
              <a:rPr lang="en-US" dirty="0"/>
              <a:t>Part</a:t>
            </a:r>
            <a:endParaRPr lang="th-TH" dirty="0"/>
          </a:p>
        </p:txBody>
      </p:sp>
      <p:sp>
        <p:nvSpPr>
          <p:cNvPr id="7" name="TextBox 6"/>
          <p:cNvSpPr txBox="1"/>
          <p:nvPr/>
        </p:nvSpPr>
        <p:spPr>
          <a:xfrm>
            <a:off x="6022427" y="879911"/>
            <a:ext cx="5633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ค้นหาโดยรหัส หรือ </a:t>
            </a:r>
            <a:r>
              <a:rPr lang="en-US" dirty="0"/>
              <a:t>Word </a:t>
            </a:r>
            <a:r>
              <a:rPr lang="th-TH" dirty="0"/>
              <a:t>    แล้วกด </a:t>
            </a:r>
            <a:r>
              <a:rPr lang="en-US" dirty="0"/>
              <a:t>Search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75061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29" y="515139"/>
            <a:ext cx="10995923" cy="618520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6455" y="2554014"/>
            <a:ext cx="2617076" cy="8974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4771697" y="2669628"/>
            <a:ext cx="1776248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126123" y="2497374"/>
            <a:ext cx="18603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Part </a:t>
            </a:r>
            <a:r>
              <a:rPr lang="th-TH" dirty="0"/>
              <a:t>ที่เราเลือกจะแสดงตามนี้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8892" y="2298808"/>
            <a:ext cx="235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</a:rPr>
              <a:t>ใส่จำนวนที่ต้องการ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6662" y="3451481"/>
            <a:ext cx="1587062" cy="15531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3866697" y="3246511"/>
            <a:ext cx="3048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00B050"/>
                </a:solidFill>
              </a:rPr>
              <a:t>เลือกวันที่ที่ต้องการให้ของเข้า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AACC4-5DAD-4147-9AFD-8F9314A7A6A3}"/>
              </a:ext>
            </a:extLst>
          </p:cNvPr>
          <p:cNvSpPr/>
          <p:nvPr/>
        </p:nvSpPr>
        <p:spPr>
          <a:xfrm>
            <a:off x="2194560" y="3606800"/>
            <a:ext cx="1587062" cy="155319"/>
          </a:xfrm>
          <a:prstGeom prst="rect">
            <a:avLst/>
          </a:prstGeom>
          <a:noFill/>
          <a:ln w="19050">
            <a:solidFill>
              <a:srgbClr val="66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11A0CF-99E8-49BA-AD42-21F8EFE70FC4}"/>
              </a:ext>
            </a:extLst>
          </p:cNvPr>
          <p:cNvSpPr txBox="1"/>
          <p:nvPr/>
        </p:nvSpPr>
        <p:spPr>
          <a:xfrm>
            <a:off x="3699933" y="3560691"/>
            <a:ext cx="261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6600CC"/>
                </a:solidFill>
              </a:rPr>
              <a:t>วันที่เปิดใบสั่งซื้อ</a:t>
            </a:r>
          </a:p>
        </p:txBody>
      </p:sp>
    </p:spTree>
    <p:extLst>
      <p:ext uri="{BB962C8B-B14F-4D97-AF65-F5344CB8AC3E}">
        <p14:creationId xmlns:p14="http://schemas.microsoft.com/office/powerpoint/2010/main" val="3117210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87" y="336331"/>
            <a:ext cx="10771717" cy="605909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0828" y="641131"/>
            <a:ext cx="147144" cy="189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5397134" y="3104266"/>
            <a:ext cx="3915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FF0000"/>
                </a:solidFill>
              </a:rPr>
              <a:t>เมื่อใส่ข้อมูลครบแล้วจะขึ้นตามนี้</a:t>
            </a:r>
          </a:p>
        </p:txBody>
      </p:sp>
      <p:sp>
        <p:nvSpPr>
          <p:cNvPr id="5" name="Rectangle 4"/>
          <p:cNvSpPr/>
          <p:nvPr/>
        </p:nvSpPr>
        <p:spPr>
          <a:xfrm>
            <a:off x="2301766" y="2490952"/>
            <a:ext cx="4351282" cy="10615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451946" y="0"/>
            <a:ext cx="1545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dirty="0"/>
              <a:t>กดบันทึก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4041" y="2154353"/>
            <a:ext cx="189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079" y="-30778"/>
            <a:ext cx="326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58392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41" y="915953"/>
            <a:ext cx="10563639" cy="59420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21421" y="1187670"/>
            <a:ext cx="241738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09902" y="184264"/>
            <a:ext cx="2312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ส่ง </a:t>
            </a:r>
            <a:r>
              <a:rPr lang="en-US" dirty="0"/>
              <a:t>PR </a:t>
            </a:r>
            <a:r>
              <a:rPr lang="th-TH" dirty="0"/>
              <a:t>เพื่ออนุมัติ</a:t>
            </a:r>
            <a:r>
              <a:rPr lang="en-US" dirty="0"/>
              <a:t> </a:t>
            </a:r>
            <a:endParaRPr lang="th-TH" dirty="0"/>
          </a:p>
        </p:txBody>
      </p:sp>
      <p:sp>
        <p:nvSpPr>
          <p:cNvPr id="5" name="TextBox 4"/>
          <p:cNvSpPr txBox="1"/>
          <p:nvPr/>
        </p:nvSpPr>
        <p:spPr>
          <a:xfrm>
            <a:off x="3463159" y="1146777"/>
            <a:ext cx="69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</a:t>
            </a:r>
          </a:p>
        </p:txBody>
      </p:sp>
    </p:spTree>
    <p:extLst>
      <p:ext uri="{BB962C8B-B14F-4D97-AF65-F5344CB8AC3E}">
        <p14:creationId xmlns:p14="http://schemas.microsoft.com/office/powerpoint/2010/main" val="283302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8" y="596012"/>
            <a:ext cx="10985784" cy="61795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62041" y="36857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หน้าต่างที่แสดงเมื่อกดส่ง </a:t>
            </a:r>
            <a:r>
              <a:rPr lang="en-US" dirty="0"/>
              <a:t>PO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656094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1" y="303834"/>
            <a:ext cx="11403106" cy="64142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64166" y="4960883"/>
            <a:ext cx="609600" cy="357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065986" y="3720662"/>
            <a:ext cx="2280745" cy="5150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7349226" y="3712449"/>
            <a:ext cx="2680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เลือกว่าจะส่งให้ใคร 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8813" y="5251065"/>
            <a:ext cx="18758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dirty="0"/>
              <a:t>เลือกแล้วกด </a:t>
            </a:r>
            <a:r>
              <a:rPr lang="en-US" dirty="0"/>
              <a:t>OK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081575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2455" y="2648607"/>
            <a:ext cx="11487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7200" dirty="0">
                <a:solidFill>
                  <a:srgbClr val="00B0F0"/>
                </a:solidFill>
              </a:rPr>
              <a:t>เสร็จสิ้นการเปิด </a:t>
            </a:r>
            <a:r>
              <a:rPr lang="en-US" sz="7200" dirty="0">
                <a:solidFill>
                  <a:srgbClr val="00B0F0"/>
                </a:solidFill>
              </a:rPr>
              <a:t>PR </a:t>
            </a:r>
            <a:r>
              <a:rPr lang="th-TH" sz="7200" dirty="0">
                <a:solidFill>
                  <a:srgbClr val="00B0F0"/>
                </a:solidFill>
              </a:rPr>
              <a:t>และการส่งอนุมัติ</a:t>
            </a:r>
          </a:p>
        </p:txBody>
      </p:sp>
    </p:spTree>
    <p:extLst>
      <p:ext uri="{BB962C8B-B14F-4D97-AF65-F5344CB8AC3E}">
        <p14:creationId xmlns:p14="http://schemas.microsoft.com/office/powerpoint/2010/main" val="180184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8788" y="2757487"/>
            <a:ext cx="109622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9600" dirty="0">
                <a:solidFill>
                  <a:srgbClr val="C00000"/>
                </a:solidFill>
              </a:rPr>
              <a:t>การแก้ไข </a:t>
            </a:r>
            <a:r>
              <a:rPr lang="en-US" sz="9600" dirty="0">
                <a:solidFill>
                  <a:srgbClr val="C00000"/>
                </a:solidFill>
              </a:rPr>
              <a:t>PR </a:t>
            </a:r>
            <a:r>
              <a:rPr lang="th-TH" sz="9600" dirty="0">
                <a:solidFill>
                  <a:srgbClr val="C00000"/>
                </a:solidFill>
              </a:rPr>
              <a:t>ที่ส่งไปแล้ว</a:t>
            </a:r>
          </a:p>
        </p:txBody>
      </p:sp>
    </p:spTree>
    <p:extLst>
      <p:ext uri="{BB962C8B-B14F-4D97-AF65-F5344CB8AC3E}">
        <p14:creationId xmlns:p14="http://schemas.microsoft.com/office/powerpoint/2010/main" val="971523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99393"/>
            <a:ext cx="4151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การแก้ไข </a:t>
            </a:r>
            <a:r>
              <a:rPr lang="en-US" dirty="0"/>
              <a:t>PR </a:t>
            </a:r>
            <a:r>
              <a:rPr lang="th-TH" dirty="0"/>
              <a:t>ที่ส่งไปแล้ว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04" y="1254227"/>
            <a:ext cx="10338841" cy="581559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56441" y="1524000"/>
            <a:ext cx="178676" cy="178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94592" y="1972449"/>
            <a:ext cx="11666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กดบันทึก</a:t>
            </a:r>
          </a:p>
        </p:txBody>
      </p:sp>
    </p:spTree>
    <p:extLst>
      <p:ext uri="{BB962C8B-B14F-4D97-AF65-F5344CB8AC3E}">
        <p14:creationId xmlns:p14="http://schemas.microsoft.com/office/powerpoint/2010/main" val="3919744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80" y="413399"/>
            <a:ext cx="10811807" cy="608164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45324" y="567558"/>
            <a:ext cx="304800" cy="178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1650124" y="133675"/>
            <a:ext cx="1627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</a:t>
            </a:r>
            <a:r>
              <a:rPr lang="en-US" dirty="0"/>
              <a:t>Actions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9623407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34" y="341207"/>
            <a:ext cx="11351847" cy="63854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87669" y="1324303"/>
            <a:ext cx="1397876" cy="2207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714704" y="1173052"/>
            <a:ext cx="704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</a:t>
            </a:r>
          </a:p>
        </p:txBody>
      </p:sp>
    </p:spTree>
    <p:extLst>
      <p:ext uri="{BB962C8B-B14F-4D97-AF65-F5344CB8AC3E}">
        <p14:creationId xmlns:p14="http://schemas.microsoft.com/office/powerpoint/2010/main" val="7506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6" y="444426"/>
            <a:ext cx="10262796" cy="57728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82510" y="4130565"/>
            <a:ext cx="1576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rgbClr val="C00000"/>
                </a:solidFill>
              </a:rPr>
              <a:t>กด </a:t>
            </a:r>
            <a:r>
              <a:rPr lang="en-US" dirty="0">
                <a:solidFill>
                  <a:srgbClr val="C00000"/>
                </a:solidFill>
              </a:rPr>
              <a:t>YES</a:t>
            </a:r>
            <a:endParaRPr lang="th-TH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427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6" y="701744"/>
            <a:ext cx="10703733" cy="6020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91862" y="157655"/>
            <a:ext cx="3226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3600" dirty="0"/>
              <a:t>แก้ไขส่วนที่จะแก้</a:t>
            </a:r>
          </a:p>
        </p:txBody>
      </p:sp>
    </p:spTree>
    <p:extLst>
      <p:ext uri="{BB962C8B-B14F-4D97-AF65-F5344CB8AC3E}">
        <p14:creationId xmlns:p14="http://schemas.microsoft.com/office/powerpoint/2010/main" val="960345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82" y="428233"/>
            <a:ext cx="10417978" cy="58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722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66" y="701744"/>
            <a:ext cx="10703733" cy="60208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0524" y="178524"/>
            <a:ext cx="1597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บันทึก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945931" y="987972"/>
            <a:ext cx="231228" cy="178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3159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09" y="184264"/>
            <a:ext cx="11596744" cy="65231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837793" y="504497"/>
            <a:ext cx="241738" cy="2207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4056992" y="725214"/>
            <a:ext cx="4866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ส่งให้ </a:t>
            </a:r>
            <a:r>
              <a:rPr lang="en-US" dirty="0"/>
              <a:t>K.</a:t>
            </a:r>
            <a:r>
              <a:rPr lang="th-TH" dirty="0"/>
              <a:t>มณีอนุมัติ</a:t>
            </a:r>
          </a:p>
        </p:txBody>
      </p:sp>
    </p:spTree>
    <p:extLst>
      <p:ext uri="{BB962C8B-B14F-4D97-AF65-F5344CB8AC3E}">
        <p14:creationId xmlns:p14="http://schemas.microsoft.com/office/powerpoint/2010/main" val="1268165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55" y="401394"/>
            <a:ext cx="11144922" cy="626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772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1" y="303834"/>
            <a:ext cx="11403106" cy="64142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264166" y="4960883"/>
            <a:ext cx="609600" cy="3573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4322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96" y="1030670"/>
            <a:ext cx="10067919" cy="56632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3682" y="336331"/>
            <a:ext cx="31320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ปริ้น  เพื่อดูรายงาน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3600" y="1271752"/>
            <a:ext cx="273269" cy="19969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1965434" y="889601"/>
            <a:ext cx="60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dirty="0"/>
              <a:t>กด</a:t>
            </a:r>
          </a:p>
        </p:txBody>
      </p:sp>
    </p:spTree>
    <p:extLst>
      <p:ext uri="{BB962C8B-B14F-4D97-AF65-F5344CB8AC3E}">
        <p14:creationId xmlns:p14="http://schemas.microsoft.com/office/powerpoint/2010/main" val="377981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58" y="412152"/>
            <a:ext cx="10908254" cy="613589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644055" y="3384331"/>
            <a:ext cx="1629104" cy="2417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465379" y="2522483"/>
            <a:ext cx="199697" cy="168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87059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64" y="724124"/>
            <a:ext cx="9563548" cy="537949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2676" y="273269"/>
            <a:ext cx="2396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ไม่ต้องปริ้น</a:t>
            </a:r>
          </a:p>
        </p:txBody>
      </p:sp>
    </p:spTree>
    <p:extLst>
      <p:ext uri="{BB962C8B-B14F-4D97-AF65-F5344CB8AC3E}">
        <p14:creationId xmlns:p14="http://schemas.microsoft.com/office/powerpoint/2010/main" val="1700415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94841" y="2333297"/>
            <a:ext cx="75569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3800" dirty="0">
                <a:solidFill>
                  <a:srgbClr val="FF0000"/>
                </a:solidFill>
              </a:rPr>
              <a:t>อนุมัติ  </a:t>
            </a:r>
            <a:r>
              <a:rPr lang="en-US" sz="13800" dirty="0">
                <a:solidFill>
                  <a:srgbClr val="FF0000"/>
                </a:solidFill>
              </a:rPr>
              <a:t>PR</a:t>
            </a:r>
            <a:endParaRPr lang="th-TH" sz="13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845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47" y="693684"/>
            <a:ext cx="10384963" cy="584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41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90" y="906386"/>
            <a:ext cx="10169068" cy="572010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91559" y="1376855"/>
            <a:ext cx="283779" cy="1156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2123090" y="1650124"/>
            <a:ext cx="1093076" cy="1471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5996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85" y="810185"/>
            <a:ext cx="9724913" cy="5470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288221" y="3668110"/>
            <a:ext cx="987972" cy="315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03584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673" r="5262"/>
          <a:stretch/>
        </p:blipFill>
        <p:spPr>
          <a:xfrm>
            <a:off x="945932" y="744033"/>
            <a:ext cx="9406758" cy="59409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5932" y="178676"/>
            <a:ext cx="3258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การดูข้อมูลสั่งซื้อ แบบที่ 1</a:t>
            </a:r>
          </a:p>
        </p:txBody>
      </p:sp>
    </p:spTree>
    <p:extLst>
      <p:ext uri="{BB962C8B-B14F-4D97-AF65-F5344CB8AC3E}">
        <p14:creationId xmlns:p14="http://schemas.microsoft.com/office/powerpoint/2010/main" val="4097834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27" y="799675"/>
            <a:ext cx="9724913" cy="54702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18235" y="3636579"/>
            <a:ext cx="987972" cy="3153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71141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073" t="4511"/>
          <a:stretch/>
        </p:blipFill>
        <p:spPr>
          <a:xfrm>
            <a:off x="1124607" y="1124607"/>
            <a:ext cx="8944550" cy="5061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2360" y="273269"/>
            <a:ext cx="3258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การดูข้อมูลสั่งซื้อ แบบที่ 1</a:t>
            </a:r>
          </a:p>
        </p:txBody>
      </p:sp>
    </p:spTree>
    <p:extLst>
      <p:ext uri="{BB962C8B-B14F-4D97-AF65-F5344CB8AC3E}">
        <p14:creationId xmlns:p14="http://schemas.microsoft.com/office/powerpoint/2010/main" val="18935992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6" y="713367"/>
            <a:ext cx="10305825" cy="579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476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94" y="476699"/>
            <a:ext cx="10467191" cy="588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94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6171" y="1885128"/>
            <a:ext cx="9201558" cy="26468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16600" dirty="0">
                <a:solidFill>
                  <a:srgbClr val="00B050"/>
                </a:solidFill>
              </a:rPr>
              <a:t>การเรียกดู </a:t>
            </a:r>
            <a:r>
              <a:rPr lang="en-US" sz="16600" dirty="0">
                <a:solidFill>
                  <a:srgbClr val="00B050"/>
                </a:solidFill>
              </a:rPr>
              <a:t>PR </a:t>
            </a:r>
            <a:endParaRPr lang="th-TH" sz="16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8721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4" y="931116"/>
            <a:ext cx="10189346" cy="57315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6744" y="210207"/>
            <a:ext cx="3321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การเรียกดู </a:t>
            </a:r>
            <a:r>
              <a:rPr lang="en-US" dirty="0"/>
              <a:t>PR </a:t>
            </a:r>
            <a:r>
              <a:rPr lang="th-TH" dirty="0"/>
              <a:t>ที่เราเปิดไปแล้ว</a:t>
            </a:r>
          </a:p>
        </p:txBody>
      </p:sp>
    </p:spTree>
    <p:extLst>
      <p:ext uri="{BB962C8B-B14F-4D97-AF65-F5344CB8AC3E}">
        <p14:creationId xmlns:p14="http://schemas.microsoft.com/office/powerpoint/2010/main" val="2118652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90" y="525518"/>
            <a:ext cx="10567346" cy="594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145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543841"/>
            <a:ext cx="10888469" cy="612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904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619" y="766907"/>
            <a:ext cx="10278499" cy="57816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24000" y="1481959"/>
            <a:ext cx="1933903" cy="7147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457903" y="1481959"/>
            <a:ext cx="809297" cy="2312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893068" y="2557444"/>
            <a:ext cx="487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th-TH" dirty="0"/>
              <a:t>กดเลือกข้อมูลที่อยากรู้ สถานะที่อยากรู้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9917" y="1396815"/>
            <a:ext cx="567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88524" y="1159584"/>
            <a:ext cx="357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8620" y="1135205"/>
            <a:ext cx="987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กด </a:t>
            </a:r>
          </a:p>
        </p:txBody>
      </p:sp>
    </p:spTree>
    <p:extLst>
      <p:ext uri="{BB962C8B-B14F-4D97-AF65-F5344CB8AC3E}">
        <p14:creationId xmlns:p14="http://schemas.microsoft.com/office/powerpoint/2010/main" val="25508600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34" y="914547"/>
            <a:ext cx="10322271" cy="580627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607" y="294290"/>
            <a:ext cx="2974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หน้าจอแสดง 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865093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83818" y="2704935"/>
            <a:ext cx="107141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7200" dirty="0">
                <a:solidFill>
                  <a:srgbClr val="C00000"/>
                </a:solidFill>
              </a:rPr>
              <a:t>การเรียกดู </a:t>
            </a:r>
            <a:r>
              <a:rPr lang="en-US" sz="7200" dirty="0">
                <a:solidFill>
                  <a:srgbClr val="C00000"/>
                </a:solidFill>
              </a:rPr>
              <a:t>status   </a:t>
            </a:r>
            <a:r>
              <a:rPr lang="th-TH" sz="7200" dirty="0">
                <a:solidFill>
                  <a:srgbClr val="C00000"/>
                </a:solidFill>
              </a:rPr>
              <a:t> </a:t>
            </a:r>
            <a:r>
              <a:rPr lang="en-US" sz="7200" dirty="0">
                <a:solidFill>
                  <a:srgbClr val="C00000"/>
                </a:solidFill>
              </a:rPr>
              <a:t>PO </a:t>
            </a:r>
            <a:r>
              <a:rPr lang="th-TH" sz="7200" dirty="0">
                <a:solidFill>
                  <a:srgbClr val="C00000"/>
                </a:solidFill>
              </a:rPr>
              <a:t>และ</a:t>
            </a:r>
            <a:r>
              <a:rPr lang="en-US" sz="7200" dirty="0">
                <a:solidFill>
                  <a:srgbClr val="C00000"/>
                </a:solidFill>
              </a:rPr>
              <a:t> PR </a:t>
            </a:r>
            <a:endParaRPr lang="th-TH" sz="7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0120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66" y="1103980"/>
            <a:ext cx="9839661" cy="55348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29710" y="2669628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3005959" y="2745828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/>
          <p:cNvSpPr/>
          <p:nvPr/>
        </p:nvSpPr>
        <p:spPr>
          <a:xfrm>
            <a:off x="3005959" y="3053255"/>
            <a:ext cx="1776249" cy="2312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/>
          <p:cNvSpPr txBox="1"/>
          <p:nvPr/>
        </p:nvSpPr>
        <p:spPr>
          <a:xfrm>
            <a:off x="872359" y="346841"/>
            <a:ext cx="3710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การเรียกดู </a:t>
            </a:r>
            <a:r>
              <a:rPr lang="en-US" dirty="0"/>
              <a:t>status   </a:t>
            </a:r>
            <a:r>
              <a:rPr lang="th-TH" dirty="0"/>
              <a:t> </a:t>
            </a:r>
            <a:r>
              <a:rPr lang="en-US" dirty="0"/>
              <a:t>PO  PR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855532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38" y="793987"/>
            <a:ext cx="10352690" cy="58233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497" y="1082566"/>
            <a:ext cx="315310" cy="2522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/>
          <p:cNvSpPr txBox="1"/>
          <p:nvPr/>
        </p:nvSpPr>
        <p:spPr>
          <a:xfrm>
            <a:off x="662152" y="2585545"/>
            <a:ext cx="3111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เลือกการดู </a:t>
            </a:r>
            <a:r>
              <a:rPr lang="en-US" dirty="0"/>
              <a:t>PO </a:t>
            </a:r>
            <a:r>
              <a:rPr lang="th-TH" dirty="0"/>
              <a:t>จากวันที่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2801" y="1334814"/>
            <a:ext cx="252248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60348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227</Words>
  <Application>Microsoft Office PowerPoint</Application>
  <PresentationFormat>Widescreen</PresentationFormat>
  <Paragraphs>50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PLAN20</dc:creator>
  <cp:lastModifiedBy>COMPUTER51</cp:lastModifiedBy>
  <cp:revision>18</cp:revision>
  <dcterms:created xsi:type="dcterms:W3CDTF">2024-03-21T04:41:06Z</dcterms:created>
  <dcterms:modified xsi:type="dcterms:W3CDTF">2025-01-03T06:46:00Z</dcterms:modified>
</cp:coreProperties>
</file>