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8" r:id="rId6"/>
    <p:sldId id="262" r:id="rId7"/>
    <p:sldId id="269" r:id="rId8"/>
    <p:sldId id="264" r:id="rId9"/>
    <p:sldId id="266" r:id="rId10"/>
    <p:sldId id="267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F48C5-2829-4194-B871-EE117F4DB71F}" type="datetimeFigureOut">
              <a:rPr lang="th-TH" smtClean="0"/>
              <a:t>21/03/67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8BB29-577F-4938-8211-A114AE1B4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99579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F48C5-2829-4194-B871-EE117F4DB71F}" type="datetimeFigureOut">
              <a:rPr lang="th-TH" smtClean="0"/>
              <a:t>21/03/67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8BB29-577F-4938-8211-A114AE1B4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2835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F48C5-2829-4194-B871-EE117F4DB71F}" type="datetimeFigureOut">
              <a:rPr lang="th-TH" smtClean="0"/>
              <a:t>21/03/67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8BB29-577F-4938-8211-A114AE1B4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9507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F48C5-2829-4194-B871-EE117F4DB71F}" type="datetimeFigureOut">
              <a:rPr lang="th-TH" smtClean="0"/>
              <a:t>21/03/67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8BB29-577F-4938-8211-A114AE1B4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55431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F48C5-2829-4194-B871-EE117F4DB71F}" type="datetimeFigureOut">
              <a:rPr lang="th-TH" smtClean="0"/>
              <a:t>21/03/67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8BB29-577F-4938-8211-A114AE1B4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63898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F48C5-2829-4194-B871-EE117F4DB71F}" type="datetimeFigureOut">
              <a:rPr lang="th-TH" smtClean="0"/>
              <a:t>21/03/67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8BB29-577F-4938-8211-A114AE1B4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9341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F48C5-2829-4194-B871-EE117F4DB71F}" type="datetimeFigureOut">
              <a:rPr lang="th-TH" smtClean="0"/>
              <a:t>21/03/67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8BB29-577F-4938-8211-A114AE1B4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09116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F48C5-2829-4194-B871-EE117F4DB71F}" type="datetimeFigureOut">
              <a:rPr lang="th-TH" smtClean="0"/>
              <a:t>21/03/67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8BB29-577F-4938-8211-A114AE1B4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2043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F48C5-2829-4194-B871-EE117F4DB71F}" type="datetimeFigureOut">
              <a:rPr lang="th-TH" smtClean="0"/>
              <a:t>21/03/67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8BB29-577F-4938-8211-A114AE1B4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07710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F48C5-2829-4194-B871-EE117F4DB71F}" type="datetimeFigureOut">
              <a:rPr lang="th-TH" smtClean="0"/>
              <a:t>21/03/67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8BB29-577F-4938-8211-A114AE1B4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9680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F48C5-2829-4194-B871-EE117F4DB71F}" type="datetimeFigureOut">
              <a:rPr lang="th-TH" smtClean="0"/>
              <a:t>21/03/67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8BB29-577F-4938-8211-A114AE1B4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65041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F48C5-2829-4194-B871-EE117F4DB71F}" type="datetimeFigureOut">
              <a:rPr lang="th-TH" smtClean="0"/>
              <a:t>21/03/67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8BB29-577F-4938-8211-A114AE1B4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58138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30565" y="2343807"/>
            <a:ext cx="45720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8000" dirty="0" smtClean="0"/>
              <a:t>อนุมัติ </a:t>
            </a:r>
            <a:r>
              <a:rPr lang="en-US" sz="8000" dirty="0" smtClean="0"/>
              <a:t>PO</a:t>
            </a:r>
          </a:p>
        </p:txBody>
      </p:sp>
    </p:spTree>
    <p:extLst>
      <p:ext uri="{BB962C8B-B14F-4D97-AF65-F5344CB8AC3E}">
        <p14:creationId xmlns:p14="http://schemas.microsoft.com/office/powerpoint/2010/main" val="2251806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48" y="827967"/>
            <a:ext cx="10210985" cy="57436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4247" y="2606566"/>
            <a:ext cx="1671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เลือก</a:t>
            </a:r>
            <a:endParaRPr lang="th-TH" dirty="0"/>
          </a:p>
        </p:txBody>
      </p:sp>
      <p:sp>
        <p:nvSpPr>
          <p:cNvPr id="5" name="Rectangle 4"/>
          <p:cNvSpPr/>
          <p:nvPr/>
        </p:nvSpPr>
        <p:spPr>
          <a:xfrm>
            <a:off x="956441" y="1944414"/>
            <a:ext cx="1786759" cy="6621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9647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90" y="1116100"/>
            <a:ext cx="9615480" cy="540870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3075" y="283779"/>
            <a:ext cx="3573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หน้าจอแสดงการอนุมัติ </a:t>
            </a:r>
            <a:r>
              <a:rPr lang="en-US" dirty="0" smtClean="0"/>
              <a:t>PO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80390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31" y="734882"/>
            <a:ext cx="10413403" cy="58575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19449" y="2270235"/>
            <a:ext cx="409903" cy="2102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TextBox 6"/>
          <p:cNvSpPr txBox="1"/>
          <p:nvPr/>
        </p:nvSpPr>
        <p:spPr>
          <a:xfrm>
            <a:off x="4929352" y="2113728"/>
            <a:ext cx="3331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ดูรายการที่มีใบ </a:t>
            </a:r>
            <a:r>
              <a:rPr lang="en-US" dirty="0" smtClean="0"/>
              <a:t>PO </a:t>
            </a:r>
            <a:r>
              <a:rPr lang="th-TH" dirty="0" smtClean="0"/>
              <a:t>เข้ามา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584356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12" y="719178"/>
            <a:ext cx="10512695" cy="591339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09241" y="3100552"/>
            <a:ext cx="1734207" cy="4939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4309241" y="3675873"/>
            <a:ext cx="25960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เลือกยอมรับหรือรีเจ็ค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623753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946" y="831701"/>
            <a:ext cx="9972338" cy="56094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40166" y="3037490"/>
            <a:ext cx="1481958" cy="2312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6180083" y="3258207"/>
            <a:ext cx="1040524" cy="2312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TextBox 6"/>
          <p:cNvSpPr txBox="1"/>
          <p:nvPr/>
        </p:nvSpPr>
        <p:spPr>
          <a:xfrm>
            <a:off x="6600495" y="3373820"/>
            <a:ext cx="46876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จะเป็นการกดเพื่อบอกวันที่และเวลาในการ </a:t>
            </a:r>
            <a:r>
              <a:rPr lang="en-US" dirty="0" err="1" smtClean="0"/>
              <a:t>Appro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669456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946" y="831701"/>
            <a:ext cx="9972338" cy="5609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00248" y="2585545"/>
            <a:ext cx="138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กดบันทึก</a:t>
            </a:r>
            <a:endParaRPr lang="th-TH" dirty="0"/>
          </a:p>
        </p:txBody>
      </p:sp>
      <p:sp>
        <p:nvSpPr>
          <p:cNvPr id="4" name="Rectangle 3"/>
          <p:cNvSpPr/>
          <p:nvPr/>
        </p:nvSpPr>
        <p:spPr>
          <a:xfrm>
            <a:off x="3457904" y="1954924"/>
            <a:ext cx="157656" cy="2417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6488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59" y="1040524"/>
            <a:ext cx="9835376" cy="55323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5517" y="325821"/>
            <a:ext cx="28377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ดูรายละเอียด </a:t>
            </a:r>
            <a:r>
              <a:rPr lang="en-US" dirty="0" smtClean="0"/>
              <a:t>PO</a:t>
            </a:r>
            <a:endParaRPr lang="th-TH" dirty="0"/>
          </a:p>
        </p:txBody>
      </p:sp>
      <p:sp>
        <p:nvSpPr>
          <p:cNvPr id="4" name="TextBox 3"/>
          <p:cNvSpPr txBox="1"/>
          <p:nvPr/>
        </p:nvSpPr>
        <p:spPr>
          <a:xfrm>
            <a:off x="267787" y="1818290"/>
            <a:ext cx="140335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คลิกขวา ตรง </a:t>
            </a:r>
            <a:r>
              <a:rPr lang="en-US" dirty="0" smtClean="0"/>
              <a:t>PO </a:t>
            </a:r>
            <a:r>
              <a:rPr lang="th-TH" dirty="0" smtClean="0"/>
              <a:t>และเลือกตามสีฟ้า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699790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48" y="1259888"/>
            <a:ext cx="9334053" cy="52504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5646" y="588579"/>
            <a:ext cx="8996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กรณีที่ยอดมากกว่า 100000 พี่เพ็ญต้องกดยอดรับก่อน  ลละจะถูกส่งไปหาคุณมณี</a:t>
            </a:r>
            <a:endParaRPr lang="th-TH" dirty="0"/>
          </a:p>
        </p:txBody>
      </p:sp>
      <p:sp>
        <p:nvSpPr>
          <p:cNvPr id="4" name="Rectangle 3"/>
          <p:cNvSpPr/>
          <p:nvPr/>
        </p:nvSpPr>
        <p:spPr>
          <a:xfrm>
            <a:off x="5339255" y="4120055"/>
            <a:ext cx="588579" cy="2522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46237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66" y="1103980"/>
            <a:ext cx="9839661" cy="55348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29710" y="2669628"/>
            <a:ext cx="1776249" cy="2312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3005959" y="2745828"/>
            <a:ext cx="1776249" cy="2312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3005959" y="3053255"/>
            <a:ext cx="1776249" cy="2312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/>
          <p:cNvSpPr txBox="1"/>
          <p:nvPr/>
        </p:nvSpPr>
        <p:spPr>
          <a:xfrm>
            <a:off x="872359" y="346841"/>
            <a:ext cx="3710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การเรียกดู </a:t>
            </a:r>
            <a:r>
              <a:rPr lang="en-US" dirty="0" smtClean="0"/>
              <a:t>status   </a:t>
            </a:r>
            <a:r>
              <a:rPr lang="th-TH" dirty="0" smtClean="0"/>
              <a:t> </a:t>
            </a:r>
            <a:r>
              <a:rPr lang="en-US" dirty="0" smtClean="0"/>
              <a:t>PO  PR 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569036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538" y="793987"/>
            <a:ext cx="10352690" cy="58233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4497" y="1082566"/>
            <a:ext cx="315310" cy="2522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662152" y="2585545"/>
            <a:ext cx="3111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เลือกการดู </a:t>
            </a:r>
            <a:r>
              <a:rPr lang="en-US" dirty="0" smtClean="0"/>
              <a:t>PO </a:t>
            </a:r>
            <a:r>
              <a:rPr lang="th-TH" dirty="0" smtClean="0"/>
              <a:t>จากวันที่</a:t>
            </a:r>
            <a:endParaRPr lang="th-TH" dirty="0"/>
          </a:p>
        </p:txBody>
      </p:sp>
      <p:sp>
        <p:nvSpPr>
          <p:cNvPr id="5" name="Rectangle 4"/>
          <p:cNvSpPr/>
          <p:nvPr/>
        </p:nvSpPr>
        <p:spPr>
          <a:xfrm>
            <a:off x="3352801" y="1334814"/>
            <a:ext cx="252248" cy="315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71829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1282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8440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77</Words>
  <Application>Microsoft Office PowerPoint</Application>
  <PresentationFormat>Widescreen</PresentationFormat>
  <Paragraphs>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Angsana New</vt:lpstr>
      <vt:lpstr>Arial</vt:lpstr>
      <vt:lpstr>Calibri</vt:lpstr>
      <vt:lpstr>Calibri Light</vt:lpstr>
      <vt:lpstr>Cordia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PLAN20</dc:creator>
  <cp:lastModifiedBy>PLAN20</cp:lastModifiedBy>
  <cp:revision>11</cp:revision>
  <dcterms:created xsi:type="dcterms:W3CDTF">2024-03-21T06:19:49Z</dcterms:created>
  <dcterms:modified xsi:type="dcterms:W3CDTF">2024-03-21T09:25:28Z</dcterms:modified>
</cp:coreProperties>
</file>