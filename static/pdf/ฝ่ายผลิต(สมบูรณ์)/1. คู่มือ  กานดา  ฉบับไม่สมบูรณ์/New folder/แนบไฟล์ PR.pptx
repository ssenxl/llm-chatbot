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5251-942B-4C23-A474-8635FB081F51}" type="datetimeFigureOut">
              <a:rPr lang="th-TH" smtClean="0"/>
              <a:t>28/03/67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F942-027F-4B0C-982B-EF7C44EBE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12454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5251-942B-4C23-A474-8635FB081F51}" type="datetimeFigureOut">
              <a:rPr lang="th-TH" smtClean="0"/>
              <a:t>28/03/67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F942-027F-4B0C-982B-EF7C44EBE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0725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5251-942B-4C23-A474-8635FB081F51}" type="datetimeFigureOut">
              <a:rPr lang="th-TH" smtClean="0"/>
              <a:t>28/03/67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F942-027F-4B0C-982B-EF7C44EBE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3039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5251-942B-4C23-A474-8635FB081F51}" type="datetimeFigureOut">
              <a:rPr lang="th-TH" smtClean="0"/>
              <a:t>28/03/67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F942-027F-4B0C-982B-EF7C44EBE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50264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5251-942B-4C23-A474-8635FB081F51}" type="datetimeFigureOut">
              <a:rPr lang="th-TH" smtClean="0"/>
              <a:t>28/03/67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F942-027F-4B0C-982B-EF7C44EBE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06430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5251-942B-4C23-A474-8635FB081F51}" type="datetimeFigureOut">
              <a:rPr lang="th-TH" smtClean="0"/>
              <a:t>28/03/67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F942-027F-4B0C-982B-EF7C44EBE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8005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5251-942B-4C23-A474-8635FB081F51}" type="datetimeFigureOut">
              <a:rPr lang="th-TH" smtClean="0"/>
              <a:t>28/03/67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F942-027F-4B0C-982B-EF7C44EBE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651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5251-942B-4C23-A474-8635FB081F51}" type="datetimeFigureOut">
              <a:rPr lang="th-TH" smtClean="0"/>
              <a:t>28/03/67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F942-027F-4B0C-982B-EF7C44EBE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1139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5251-942B-4C23-A474-8635FB081F51}" type="datetimeFigureOut">
              <a:rPr lang="th-TH" smtClean="0"/>
              <a:t>28/03/67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F942-027F-4B0C-982B-EF7C44EBE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7743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5251-942B-4C23-A474-8635FB081F51}" type="datetimeFigureOut">
              <a:rPr lang="th-TH" smtClean="0"/>
              <a:t>28/03/67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F942-027F-4B0C-982B-EF7C44EBE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6840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5251-942B-4C23-A474-8635FB081F51}" type="datetimeFigureOut">
              <a:rPr lang="th-TH" smtClean="0"/>
              <a:t>28/03/67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F942-027F-4B0C-982B-EF7C44EBE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10413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65251-942B-4C23-A474-8635FB081F51}" type="datetimeFigureOut">
              <a:rPr lang="th-TH" smtClean="0"/>
              <a:t>28/03/67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1F942-027F-4B0C-982B-EF7C44EBE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9328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190276" y="1033431"/>
            <a:ext cx="7475124" cy="37702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239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แนบไฟล์</a:t>
            </a:r>
            <a:endParaRPr lang="en-US" sz="239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31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36" y="1046854"/>
            <a:ext cx="8961121" cy="50406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5723" y="346841"/>
            <a:ext cx="10804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เมื่อบันทึกใบ </a:t>
            </a:r>
            <a:r>
              <a:rPr lang="en-US" dirty="0" smtClean="0"/>
              <a:t>PR </a:t>
            </a:r>
            <a:r>
              <a:rPr lang="th-TH" dirty="0" smtClean="0"/>
              <a:t>แล้ว ให้กดที่ใบเลข </a:t>
            </a:r>
            <a:r>
              <a:rPr lang="en-US" dirty="0" smtClean="0"/>
              <a:t>PR </a:t>
            </a:r>
            <a:r>
              <a:rPr lang="th-TH" dirty="0" smtClean="0"/>
              <a:t>เมื่อต้องการแนบรูปหรือเอกสาร ระดับไลน์หรือ </a:t>
            </a:r>
            <a:r>
              <a:rPr lang="en-US" dirty="0" smtClean="0"/>
              <a:t>PR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71499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51" y="1014580"/>
            <a:ext cx="9886277" cy="55610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5724" y="283779"/>
            <a:ext cx="6264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กด </a:t>
            </a:r>
            <a:r>
              <a:rPr lang="en-US" dirty="0" err="1" smtClean="0"/>
              <a:t>Attac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1292772" y="1271752"/>
            <a:ext cx="210207" cy="2102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35237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95" y="1097428"/>
            <a:ext cx="9499002" cy="534318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70538" y="5822731"/>
            <a:ext cx="840828" cy="3153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8089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15" y="651641"/>
            <a:ext cx="10407577" cy="585426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78622" y="2039006"/>
            <a:ext cx="2081048" cy="2627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22610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98" y="530486"/>
            <a:ext cx="10639313" cy="598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99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15" y="651641"/>
            <a:ext cx="10407577" cy="585426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6786" y="2270234"/>
            <a:ext cx="3920359" cy="2102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5555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65" y="346842"/>
            <a:ext cx="10554859" cy="59371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089" y="2564524"/>
            <a:ext cx="2711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เลือกไฟล์ที่อยากแนบ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41465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38" y="704194"/>
            <a:ext cx="9778152" cy="550021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31724" y="2575034"/>
            <a:ext cx="588579" cy="273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68353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2" y="428350"/>
            <a:ext cx="10826273" cy="60897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75945" y="1828800"/>
            <a:ext cx="4561489" cy="378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2680138" y="2711669"/>
            <a:ext cx="3405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แสดงเอกสารที่เราแนบ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59751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2" y="428350"/>
            <a:ext cx="10826273" cy="60897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8069" y="714703"/>
            <a:ext cx="178676" cy="1786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3164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87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601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746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34</Words>
  <Application>Microsoft Office PowerPoint</Application>
  <PresentationFormat>Widescreen</PresentationFormat>
  <Paragraphs>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Angsana New</vt:lpstr>
      <vt:lpstr>Arial</vt:lpstr>
      <vt:lpstr>Calibri</vt:lpstr>
      <vt:lpstr>Calibri Light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PLAN20</dc:creator>
  <cp:lastModifiedBy>PLAN20</cp:lastModifiedBy>
  <cp:revision>5</cp:revision>
  <dcterms:created xsi:type="dcterms:W3CDTF">2024-03-28T06:41:23Z</dcterms:created>
  <dcterms:modified xsi:type="dcterms:W3CDTF">2024-03-28T08:06:21Z</dcterms:modified>
</cp:coreProperties>
</file>