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49" r:id="rId3"/>
    <p:sldId id="319" r:id="rId4"/>
    <p:sldId id="320" r:id="rId5"/>
    <p:sldId id="321" r:id="rId6"/>
    <p:sldId id="322" r:id="rId7"/>
    <p:sldId id="323" r:id="rId8"/>
    <p:sldId id="324" r:id="rId9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B9A27-179C-4087-930D-4AB28EFA45CB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DA34F-C61E-4A37-8A13-EA6B96BAB5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745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6ECCF-E18F-4DC3-8D9A-A0B288EE07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5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95F5-5889-47B9-9F5F-3915BBE68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5F85B-5B95-452F-A80B-D685A7E20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DE120-11C8-4719-99BB-F9B522DC2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D9F55-9EF9-4760-A17B-1CAFE2EA1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9A45A-BACF-4708-A203-B821CF6C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7334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8325-F758-408E-B46A-9C0B3467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B2549-FA7A-4092-87B1-6D95D5747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E2221-8540-496E-BD5B-1E85FF76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DFC76-E2EB-49A9-9509-E959A236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D6521-E70B-4099-BAF9-871782EF3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1075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685A-C9C6-4C58-A645-8389C14B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F3FD7-7F9A-4A6F-B005-A22453123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A034A-4E71-4CD9-9FA6-BDF01B7F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4D79-E795-48B9-B71F-AE13A0E3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2219D-1A99-457D-81D7-F4C2C009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762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36F3-3BAE-4DF1-8DB3-62054AA7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0301-9341-4B55-8C8B-31895F8900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25D0D-80F2-431D-B522-F3A1EFFE7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9364C-C8BB-4A16-A395-374806F5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6680C-0D8E-46C4-A232-E625B62A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CE302-6B63-4EDB-AF6D-04733644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71902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60DD-50BD-4449-AD74-773EA5CF1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AA555-8365-4742-BAE3-EA576532C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7DFA-A887-4536-8B42-1314B378F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A54DD-E8F3-4E0F-B47F-47122C955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C4E1B4-4267-4FBA-8951-D4A98F881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07AB16-2D41-42E9-8DC4-707CE0B3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318FCF-1824-475E-8D56-576A275A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C6DE2-2693-4C6C-A792-D9D3B7277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33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8B34-563C-445C-8462-18FF93B14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16DF7-2902-4479-9164-6BE04278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2674A-FCB8-41BF-8C63-D57AD47A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D852C-3EB4-4A2D-95F8-8861D985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71385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7DD95-6C7B-4E1F-9794-33E259A0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18F61-3E2B-41DA-9831-25855B9A6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F68DD-F5E1-41D1-9F7B-8FB2A2B7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036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72F89-D0AB-44B0-B75D-05DDBDE3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1C55F-99E8-4DE0-9252-CDAC5902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CB856-A5BA-42BD-BAC7-9426E6462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0F45D-6290-4034-BFF9-D9EF1AC2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33C12-2339-47C6-B076-3723D7E4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056C2-8F35-452A-A49B-C08AB1F8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1476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1624-45F1-4E4C-A203-93960176C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1EC5F5-7EA8-4F9D-BF0F-C1CBA76F6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1F0A2-8AA4-4A19-B1AC-918B3ECFA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D0DDD-18A2-4A47-BAA2-9A49ACAB2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065CE-34E2-4CF6-8839-5024993F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E387D-99D9-44B0-8A5E-59CB73A1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7632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7B98-A13B-432E-BFCF-2C888C10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EF858-4F63-4224-9556-B570C9A3A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5FB10-B979-4E48-8283-2A4639D7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CE397-E95C-4824-9458-E8A8DA67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9ED7D-9B6C-49E1-BBEA-7C62719E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694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2865-D1A2-41C8-8139-534CD7FDC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FE1D8-F5B0-408F-A0B2-30A97701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81604-F813-414C-BA1A-9C663E231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A12A6-16E9-457A-A360-D2B7AEBA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41219-D9A4-49E7-9AA5-0875A40D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2275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9375AC-68A8-4D27-B426-8489818B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857F1-080E-4045-AEE0-F31922B10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C04F2-36E4-499A-B96A-9DD3572BF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03700-CC15-4480-8E91-91F82D9FA836}" type="datetimeFigureOut">
              <a:rPr lang="th-TH" smtClean="0"/>
              <a:t>19/10/68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86E74-C2A4-47D7-889C-C5E43FF7AD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C3BBC-9884-4558-80C8-B3F475BFA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BC29D-2D05-445D-AC0F-C2FF8C84D1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1282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197340-0D11-480D-A713-D0A15C2A3473}"/>
              </a:ext>
            </a:extLst>
          </p:cNvPr>
          <p:cNvSpPr txBox="1"/>
          <p:nvPr/>
        </p:nvSpPr>
        <p:spPr>
          <a:xfrm>
            <a:off x="110067" y="2566256"/>
            <a:ext cx="119718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/>
            <a:r>
              <a:rPr lang="en-US" sz="8800" u="none" strike="noStrike" dirty="0"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JOB-11</a:t>
            </a:r>
            <a:r>
              <a:rPr lang="en-US" sz="8800" dirty="0">
                <a:solidFill>
                  <a:srgbClr val="000000"/>
                </a:solidFill>
                <a:latin typeface="JasmineUPC" panose="02020603050405020304" pitchFamily="18" charset="-34"/>
                <a:cs typeface="JasmineUPC" panose="02020603050405020304" pitchFamily="18" charset="-34"/>
              </a:rPr>
              <a:t>    </a:t>
            </a:r>
            <a:r>
              <a:rPr lang="en-US" sz="8800" u="none" strike="noStrike" dirty="0">
                <a:effectLst/>
                <a:latin typeface="JasmineUPC" panose="02020603050405020304" pitchFamily="18" charset="-34"/>
                <a:cs typeface="JasmineUPC" panose="02020603050405020304" pitchFamily="18" charset="-34"/>
              </a:rPr>
              <a:t>Job Receipt to Inventory</a:t>
            </a:r>
            <a:endParaRPr lang="en-US" sz="8800" b="0" i="0" u="none" strike="noStrike" dirty="0">
              <a:solidFill>
                <a:srgbClr val="000000"/>
              </a:solidFill>
              <a:effectLst/>
              <a:latin typeface="JasmineUPC" panose="02020603050405020304" pitchFamily="18" charset="-34"/>
              <a:cs typeface="Jasmine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17324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306541"/>
              </p:ext>
            </p:extLst>
          </p:nvPr>
        </p:nvGraphicFramePr>
        <p:xfrm>
          <a:off x="237067" y="321733"/>
          <a:ext cx="11607799" cy="62137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90492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9617307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7196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กระบวนการ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Process)</a:t>
                      </a:r>
                      <a:endParaRPr lang="en-US" sz="240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  <a:latin typeface="JasmineUPC" panose="02020603050405020304" pitchFamily="18" charset="-34"/>
                          <a:cs typeface="JasmineUPC" panose="02020603050405020304" pitchFamily="18" charset="-34"/>
                        </a:rPr>
                        <a:t>JOB-11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JasmineUPC" panose="02020603050405020304" pitchFamily="18" charset="-34"/>
                          <a:cs typeface="JasmineUPC" panose="02020603050405020304" pitchFamily="18" charset="-34"/>
                        </a:rPr>
                        <a:t>    </a:t>
                      </a:r>
                      <a:r>
                        <a:rPr lang="en-US" sz="2400" u="none" strike="noStrike" dirty="0">
                          <a:effectLst/>
                          <a:latin typeface="JasmineUPC" panose="02020603050405020304" pitchFamily="18" charset="-34"/>
                          <a:cs typeface="JasmineUPC" panose="02020603050405020304" pitchFamily="18" charset="-34"/>
                        </a:rPr>
                        <a:t>Job Receipt to Inventory</a:t>
                      </a:r>
                      <a:r>
                        <a:rPr lang="th-TH" sz="2400" u="none" strike="noStrike" dirty="0">
                          <a:effectLst/>
                          <a:latin typeface="JasmineUPC" panose="02020603050405020304" pitchFamily="18" charset="-34"/>
                          <a:cs typeface="JasmineUPC" panose="02020603050405020304" pitchFamily="18" charset="-34"/>
                        </a:rPr>
                        <a:t>  รับเข้า </a:t>
                      </a:r>
                      <a:r>
                        <a:rPr lang="th-TH" sz="2400" baseline="0" dirty="0"/>
                        <a:t>วัตถุดิบ  </a:t>
                      </a:r>
                      <a:r>
                        <a:rPr lang="en-US" sz="2400" baseline="0" dirty="0"/>
                        <a:t>WIP</a:t>
                      </a:r>
                      <a:r>
                        <a:rPr lang="th-TH" sz="2400" baseline="0" dirty="0"/>
                        <a:t>ต้ม  </a:t>
                      </a:r>
                      <a:r>
                        <a:rPr lang="en-US" sz="2400" baseline="0" dirty="0"/>
                        <a:t>WIP</a:t>
                      </a:r>
                      <a:r>
                        <a:rPr lang="th-TH" sz="2400" baseline="0" dirty="0"/>
                        <a:t>บรรจุ</a:t>
                      </a:r>
                      <a:r>
                        <a:rPr lang="en-US" sz="2400" baseline="0" dirty="0"/>
                        <a:t>  FG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JasmineUPC" panose="02020603050405020304" pitchFamily="18" charset="-34"/>
                        <a:cs typeface="JasmineUPC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73490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ข้อมูลที่ต้องใช้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In put)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/>
                        <a:t>ใบสั่งผลิต  เตรียมวัตถุดิบ  ต้ม  บรรจุ  ติดฉลาก</a:t>
                      </a:r>
                      <a:endParaRPr lang="th-TH" sz="2400" baseline="0" dirty="0"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48591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ขั้นตอนย่อย </a:t>
                      </a:r>
                      <a:endParaRPr lang="en-US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Sub process)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ใส่เลข </a:t>
                      </a:r>
                      <a:r>
                        <a:rPr lang="en-US" sz="2400" baseline="0" dirty="0"/>
                        <a:t>Job </a:t>
                      </a:r>
                      <a:endParaRPr lang="th-TH" sz="2400" baseline="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เลือกวันที่ให้ตรงกับวันที่รับเข้า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ใส่จำนวนที่รับเข้า 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ใส่ </a:t>
                      </a:r>
                      <a:r>
                        <a:rPr lang="en-US" sz="2400" baseline="0" dirty="0"/>
                        <a:t>Lot </a:t>
                      </a:r>
                      <a:r>
                        <a:rPr lang="th-TH" sz="2400" baseline="0" dirty="0"/>
                        <a:t>ที่ทำการรับเข้า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เลือก</a:t>
                      </a:r>
                      <a:r>
                        <a:rPr lang="en-US" sz="2400" baseline="0" dirty="0"/>
                        <a:t>WH </a:t>
                      </a:r>
                      <a:r>
                        <a:rPr lang="th-TH" sz="2400" baseline="0" dirty="0"/>
                        <a:t>ที่ต้องการรับเข้า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633046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4. ความเสี่ยง </a:t>
                      </a:r>
                    </a:p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Risk)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รับเข้าผิดวันที่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เลือกคลังไม่ถูกต้อง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ใส่จำนวนผิด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458902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5. จุดควบคุม</a:t>
                      </a: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Control point)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วันที่ที่ทำการรับเข้าต้องถูกต้อง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นวนที่รับเข้า ต้องตรงกับที่เขียนในใบงาน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th-TH" sz="2400" baseline="0">
                          <a:solidFill>
                            <a:schemeClr val="tx1"/>
                          </a:solidFill>
                        </a:rPr>
                        <a:t>คลังรับเข้าต้องถูกต้อง</a:t>
                      </a:r>
                      <a:endParaRPr lang="th-TH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47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738649" y="3331779"/>
            <a:ext cx="6085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/>
              <a:t>เลือกเมนู</a:t>
            </a:r>
            <a:r>
              <a:rPr lang="th-TH" sz="3600" dirty="0">
                <a:solidFill>
                  <a:srgbClr val="7030A0"/>
                </a:solidFill>
              </a:rPr>
              <a:t> </a:t>
            </a:r>
            <a:r>
              <a:rPr lang="en-US" sz="3600" dirty="0">
                <a:solidFill>
                  <a:srgbClr val="7030A0"/>
                </a:solidFill>
              </a:rPr>
              <a:t>Job Receipt to inventory </a:t>
            </a:r>
            <a:endParaRPr lang="th-TH" sz="3600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42" y="324699"/>
            <a:ext cx="3787664" cy="61721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76" y="4141076"/>
            <a:ext cx="2638096" cy="7777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5605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4585"/>
          <a:stretch/>
        </p:blipFill>
        <p:spPr>
          <a:xfrm>
            <a:off x="451945" y="1867728"/>
            <a:ext cx="10794124" cy="43754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4910" y="945930"/>
            <a:ext cx="7704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7030A0"/>
                </a:solidFill>
              </a:rPr>
              <a:t>หลังจากเข้า  </a:t>
            </a:r>
            <a:r>
              <a:rPr lang="en-US" dirty="0">
                <a:solidFill>
                  <a:srgbClr val="7030A0"/>
                </a:solidFill>
              </a:rPr>
              <a:t>Job Receipt to inventory </a:t>
            </a:r>
            <a:r>
              <a:rPr lang="th-TH" dirty="0">
                <a:solidFill>
                  <a:srgbClr val="7030A0"/>
                </a:solidFill>
              </a:rPr>
              <a:t>หน้าจอจะแสดงดังภาพ</a:t>
            </a:r>
          </a:p>
        </p:txBody>
      </p:sp>
    </p:spTree>
    <p:extLst>
      <p:ext uri="{BB962C8B-B14F-4D97-AF65-F5344CB8AC3E}">
        <p14:creationId xmlns:p14="http://schemas.microsoft.com/office/powerpoint/2010/main" val="1979783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6462"/>
          <a:stretch/>
        </p:blipFill>
        <p:spPr>
          <a:xfrm>
            <a:off x="473582" y="1986455"/>
            <a:ext cx="11360075" cy="44902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50124" y="3048000"/>
            <a:ext cx="2133600" cy="3153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325820" y="1099908"/>
            <a:ext cx="9459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ใส่เลข </a:t>
            </a:r>
            <a:r>
              <a:rPr lang="en-US" dirty="0"/>
              <a:t>Job </a:t>
            </a:r>
            <a:r>
              <a:rPr lang="th-TH" dirty="0"/>
              <a:t>ตามกรอบสีแดง  เมื่อใส่เสร็จแล้วให้กด  </a:t>
            </a:r>
            <a:r>
              <a:rPr lang="en-US" dirty="0"/>
              <a:t>Tab </a:t>
            </a:r>
            <a:r>
              <a:rPr lang="th-TH" dirty="0"/>
              <a:t>บนคีย์บอร์ด</a:t>
            </a:r>
            <a:r>
              <a:rPr lang="en-US" dirty="0"/>
              <a:t>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5707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10" y="949987"/>
            <a:ext cx="10647153" cy="57228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0924" y="2492119"/>
            <a:ext cx="1292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ใส่วันที่ </a:t>
            </a:r>
          </a:p>
          <a:p>
            <a:r>
              <a:rPr lang="th-TH" dirty="0"/>
              <a:t>จำนวน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0938" y="2690649"/>
            <a:ext cx="2606565" cy="5570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3988676" y="3532884"/>
            <a:ext cx="2606565" cy="17222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6934200" y="4053608"/>
            <a:ext cx="3638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 </a:t>
            </a:r>
            <a:r>
              <a:rPr lang="en-US" dirty="0"/>
              <a:t>WH </a:t>
            </a:r>
            <a:r>
              <a:rPr lang="th-TH" dirty="0"/>
              <a:t>ที่จะส่ง พร้อมทั้ง</a:t>
            </a:r>
            <a:r>
              <a:rPr lang="en-US" dirty="0"/>
              <a:t>BIN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46647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645" y="774775"/>
            <a:ext cx="10241280" cy="5504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43504" y="4288221"/>
            <a:ext cx="578069" cy="33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2543504" y="4624552"/>
            <a:ext cx="1187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 กด </a:t>
            </a:r>
            <a:r>
              <a:rPr lang="en-US" dirty="0"/>
              <a:t>OK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67874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45" y="888410"/>
            <a:ext cx="10617797" cy="57070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6745" y="1629104"/>
            <a:ext cx="1292772" cy="5150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945931" y="231228"/>
            <a:ext cx="4014952" cy="525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ข้อมูลที่เราทำรับ จะขึ้นตามกรอบสีแดง</a:t>
            </a:r>
          </a:p>
        </p:txBody>
      </p:sp>
    </p:spTree>
    <p:extLst>
      <p:ext uri="{BB962C8B-B14F-4D97-AF65-F5344CB8AC3E}">
        <p14:creationId xmlns:p14="http://schemas.microsoft.com/office/powerpoint/2010/main" val="970434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180</Words>
  <Application>Microsoft Office PowerPoint</Application>
  <PresentationFormat>Widescreen</PresentationFormat>
  <Paragraphs>32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Cordia New</vt:lpstr>
      <vt:lpstr>JasmineUPC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3</cp:revision>
  <dcterms:created xsi:type="dcterms:W3CDTF">2025-10-19T06:05:55Z</dcterms:created>
  <dcterms:modified xsi:type="dcterms:W3CDTF">2025-10-19T09:02:02Z</dcterms:modified>
</cp:coreProperties>
</file>