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49" r:id="rId3"/>
    <p:sldId id="433" r:id="rId4"/>
    <p:sldId id="434" r:id="rId5"/>
    <p:sldId id="435" r:id="rId6"/>
    <p:sldId id="436" r:id="rId7"/>
    <p:sldId id="437" r:id="rId8"/>
    <p:sldId id="438" r:id="rId9"/>
    <p:sldId id="452" r:id="rId10"/>
    <p:sldId id="439" r:id="rId11"/>
    <p:sldId id="440" r:id="rId12"/>
    <p:sldId id="441" r:id="rId13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60534-FD09-41FC-9E67-902731FBF92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E8267-D47E-4C1A-AC81-E2221448614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30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6ECCF-E18F-4DC3-8D9A-A0B288EE07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5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D7EF-B8A0-4958-B73D-A29C50D58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6BFCA-F0A8-49BB-AA82-9E7426A02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F2CEF-53FC-4A22-B6D4-BAF245EC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8FF0A-76FE-4C46-8ECE-CFA9C260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203C8-59D9-4C42-AC72-398D0AD9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90358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1A97-DEB0-48C0-A1A6-4D5E9624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CB7E-69CD-467E-81AD-5EF71EFA3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A6442-ECB1-4C4C-9512-E4DF3E4F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BB85E-67F9-4C06-A3EE-5C650C04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5A6E1-6ED3-4E75-B6C6-F6D71718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1660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15BB-A83D-446E-8384-80F3FE64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5977F-F4A6-4D43-8AF8-243573D9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65385-D08A-4DD5-8B39-9B497E71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265A0-27DF-4C50-A2CA-3370B600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C3EC9-847C-4096-B155-43DA5519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9128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D81F-6B94-49A5-986C-D5DCB7473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93DAF-D7E6-4898-BD74-91C1A40AD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19D06-8C99-42E6-864A-1B9E19FF1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50925-6999-4B9B-9D70-68F33C05E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25B05-43B5-452D-86E8-B1D9484D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EDA9E-7971-4017-8ED4-817E1541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9516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E351-5443-4307-BD49-0120ECD6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BD04-243D-452B-92BB-ADB8957BD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C157C-0BE4-45A5-ADC8-AE7379A20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EEF65-58CF-48E5-B367-C6527A27B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C4446D-94F8-4F15-B9D7-1FBB7FD878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822E54-F2EE-434B-942C-6882EDBD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00E10-C7DD-4A38-9DDA-EE4610E2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2E8E30-C640-4ECE-B0DE-25E27D3C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3777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279B-8502-403F-AA72-1B0F30EE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9A353-80E3-49B8-96BF-B4F0CC00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40FCE-6DA3-4C06-AA01-447F426D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E1476-E77B-4EBF-8D82-20EC1EC9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475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301B9-DAF7-4714-B7B5-4AC89C97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C26FB-5521-4C07-9AD7-B03E72DA6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44CF6-FE0D-4A81-8CFC-CCB12269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6039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12849-D439-4A90-A548-8AA1833A6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A73C4-3D94-473C-974B-0F6243D70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38C43-711A-49D8-B150-B003F4B57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82588-E22E-4A9F-B9B1-254006A6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1BA8C-D371-4F48-A06B-016AE93DE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93AA6-D845-479D-80F4-EFFEEFD2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61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0427-5BC3-4395-A231-6FBFD854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49618-15C9-4194-9D1D-0B2D1E293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EAD47-4CF9-412B-9C3D-697EE8D29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93125-E43F-4944-A241-807C23113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905B5-CEFD-4FF9-A5E3-1176FE322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46A54-F65F-4283-A37A-C1542E28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71760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5D21-1E2D-4B43-8CF0-D86451F0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E6156-8CF4-40C2-8DB1-E15D903E7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1686C-FD5C-4EF7-81A5-5B53D3FA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D3D99-D5CA-4760-87DA-8D018745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92273-47F6-43CA-A5DE-4E64767F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19850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55AE13-8A9F-4A0D-924C-133453EA5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9BA20-AD0C-4331-A6BC-C7D9FD54C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C1C0A-191F-42FF-BFB1-FAAE7FB51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A3708-A116-45E5-A12C-6FC88C0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6BBA7-658D-40B8-A150-F4417187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8775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4EE3E-1C4D-4E37-A8E7-5213AD6E8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7DF44-1104-4691-BE17-CE2589388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40886-2B64-4BE3-A931-1BECA8487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D180F-77DC-4B1B-AB4C-BCC036C19D08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C5E13-D6ED-478B-BBAE-B092C2D6E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D3D42-8BDD-4DFA-B093-9D5EC225D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A04D2-3CD7-46F0-AD12-44E34B7AE29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9277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A91844-8D37-416B-ABB5-A1DF230A71B5}"/>
              </a:ext>
            </a:extLst>
          </p:cNvPr>
          <p:cNvSpPr txBox="1"/>
          <p:nvPr/>
        </p:nvSpPr>
        <p:spPr>
          <a:xfrm>
            <a:off x="84667" y="1863523"/>
            <a:ext cx="121073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US" sz="8000" u="none" strike="noStrike" dirty="0">
                <a:solidFill>
                  <a:srgbClr val="002060"/>
                </a:solidFill>
                <a:effectLst/>
                <a:latin typeface="JasmineUPC" panose="02020603050405020304" pitchFamily="18" charset="-34"/>
                <a:cs typeface="JasmineUPC" panose="02020603050405020304" pitchFamily="18" charset="-34"/>
              </a:rPr>
              <a:t>JOB-09</a:t>
            </a:r>
            <a:r>
              <a:rPr lang="en-US" sz="8000" dirty="0">
                <a:solidFill>
                  <a:srgbClr val="00206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 </a:t>
            </a:r>
            <a:r>
              <a:rPr lang="en-US" sz="8000" u="none" strike="noStrike" dirty="0">
                <a:solidFill>
                  <a:srgbClr val="002060"/>
                </a:solidFill>
                <a:effectLst/>
                <a:latin typeface="JasmineUPC" panose="02020603050405020304" pitchFamily="18" charset="-34"/>
                <a:cs typeface="JasmineUPC" panose="02020603050405020304" pitchFamily="18" charset="-34"/>
              </a:rPr>
              <a:t>Return Miscellaneous Material</a:t>
            </a:r>
            <a:endParaRPr lang="en-US" sz="8000" b="0" i="0" u="none" strike="noStrike" dirty="0">
              <a:solidFill>
                <a:srgbClr val="002060"/>
              </a:solidFill>
              <a:effectLst/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8670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141588"/>
              </p:ext>
            </p:extLst>
          </p:nvPr>
        </p:nvGraphicFramePr>
        <p:xfrm>
          <a:off x="237067" y="321733"/>
          <a:ext cx="11607799" cy="64164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90492">
                  <a:extLst>
                    <a:ext uri="{9D8B030D-6E8A-4147-A177-3AD203B41FA5}">
                      <a16:colId xmlns:a16="http://schemas.microsoft.com/office/drawing/2014/main" val="21687858"/>
                    </a:ext>
                  </a:extLst>
                </a:gridCol>
                <a:gridCol w="9617307">
                  <a:extLst>
                    <a:ext uri="{9D8B030D-6E8A-4147-A177-3AD203B41FA5}">
                      <a16:colId xmlns:a16="http://schemas.microsoft.com/office/drawing/2014/main" val="761548432"/>
                    </a:ext>
                  </a:extLst>
                </a:gridCol>
              </a:tblGrid>
              <a:tr h="10941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กระบวนการ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Process)</a:t>
                      </a:r>
                      <a:endParaRPr lang="en-US" sz="240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JOB-08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Return Miscellaneous Material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th-TH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การรับเข้าของ  วัตถุดิบ  บรรจุภัณฑ์ </a:t>
                      </a: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WIP  Reprocess </a:t>
                      </a:r>
                      <a:r>
                        <a:rPr kumimoji="0" lang="th-TH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ที่ไม่ได้เข้า </a:t>
                      </a: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Job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JasmineUPC" panose="02020603050405020304" pitchFamily="18" charset="-3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91132"/>
                  </a:ext>
                </a:extLst>
              </a:tr>
              <a:tr h="104464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ข้อมูลที่ต้องใช้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In put)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Part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kumimoji="0" lang="th-TH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วัตถุดิบ  บรรจุภัณฑ์ </a:t>
                      </a: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WIP  Reprocess </a:t>
                      </a:r>
                      <a:r>
                        <a:rPr kumimoji="0" lang="th-TH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วัสดุสิ้นเปลือง</a:t>
                      </a:r>
                      <a:endParaRPr lang="th-TH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จำนวนที่รับเข้า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วันที่รับเข้า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12708"/>
                  </a:ext>
                </a:extLst>
              </a:tr>
              <a:tr h="148591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ขั้นตอนย่อย </a:t>
                      </a:r>
                      <a:endParaRPr lang="en-US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Sub process)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การเลือกรายการที่ต้องการรับเข้า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การคีย์ปริมาณที่ต้องการรับเข้า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การเลือกคลังให้ตรงกับของที่ต้องการรับเข้า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92378"/>
                  </a:ext>
                </a:extLst>
              </a:tr>
              <a:tr h="1003886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4. ความเสี่ยง </a:t>
                      </a:r>
                    </a:p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Risk)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ความถูกต้องของ จำนวน</a:t>
                      </a:r>
                    </a:p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วันที่ในการ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รับเข้า ต้องรับเข้าก่อนวันที่ใช้งาน</a:t>
                      </a:r>
                    </a:p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เลือกคลังไม่ถูกต้อง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85334"/>
                  </a:ext>
                </a:extLst>
              </a:tr>
              <a:tr h="1458902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5. จุดควบคุม</a:t>
                      </a: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Control point)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วันที่ที่ทำการรับเข้า ต้องถูกต้องกับวันที่นำไปใช้ หรือก่อนวันที่นำไปใช้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4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47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DE105B-4343-4C50-B228-CED8B9DD1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99" y="1107776"/>
            <a:ext cx="4534533" cy="428684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7CAE901-A8F8-42A5-97C1-24954241C22A}"/>
              </a:ext>
            </a:extLst>
          </p:cNvPr>
          <p:cNvSpPr/>
          <p:nvPr/>
        </p:nvSpPr>
        <p:spPr>
          <a:xfrm>
            <a:off x="973667" y="2751666"/>
            <a:ext cx="2937933" cy="999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B7E362-A02F-4A61-8BB0-BCBDB8B00A6D}"/>
              </a:ext>
            </a:extLst>
          </p:cNvPr>
          <p:cNvSpPr txBox="1"/>
          <p:nvPr/>
        </p:nvSpPr>
        <p:spPr>
          <a:xfrm>
            <a:off x="5359400" y="2751666"/>
            <a:ext cx="6629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เลือกเมนู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Miscellaneous Material</a:t>
            </a:r>
            <a:endParaRPr lang="th-TH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9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28C6E1-2A44-405B-8093-F441A3BF5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33" y="464275"/>
            <a:ext cx="7755416" cy="60519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3A7D68-0387-486A-B9D6-917C3AB06771}"/>
              </a:ext>
            </a:extLst>
          </p:cNvPr>
          <p:cNvSpPr txBox="1"/>
          <p:nvPr/>
        </p:nvSpPr>
        <p:spPr>
          <a:xfrm>
            <a:off x="336039" y="1382967"/>
            <a:ext cx="298289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หน้าจอที่แสดงผล  เมื่อเข้าเมนู เลือกเมนู</a:t>
            </a:r>
            <a:r>
              <a:rPr lang="en-US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dia New" panose="020B0304020202020204" pitchFamily="34" charset="-34"/>
                <a:ea typeface="Tahoma" panose="020B0604030504040204" pitchFamily="34" charset="0"/>
                <a:cs typeface="Cordia New" panose="020B0304020202020204" pitchFamily="34" charset="-34"/>
              </a:rPr>
              <a:t>Return Miscellaneous Material</a:t>
            </a:r>
            <a:endParaRPr lang="th-TH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353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4F3B57-3A47-4434-A9F3-1B2380A92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46" y="266000"/>
            <a:ext cx="8830907" cy="2448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670997-2824-46FF-AF65-A1D297D8E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23" y="4115154"/>
            <a:ext cx="11126753" cy="24768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925B82-3494-4CDA-B721-870F0E6E2864}"/>
              </a:ext>
            </a:extLst>
          </p:cNvPr>
          <p:cNvSpPr/>
          <p:nvPr/>
        </p:nvSpPr>
        <p:spPr>
          <a:xfrm>
            <a:off x="1913467" y="1701800"/>
            <a:ext cx="2904066" cy="541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C32CD-BC29-457B-83D9-76053290CBB8}"/>
              </a:ext>
            </a:extLst>
          </p:cNvPr>
          <p:cNvSpPr txBox="1"/>
          <p:nvPr/>
        </p:nvSpPr>
        <p:spPr>
          <a:xfrm>
            <a:off x="8305800" y="1794933"/>
            <a:ext cx="2810934" cy="54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คีย์ </a:t>
            </a:r>
            <a:r>
              <a:rPr lang="en-US" dirty="0"/>
              <a:t>Part </a:t>
            </a:r>
            <a:r>
              <a:rPr lang="th-TH" dirty="0"/>
              <a:t>แล้ว กด </a:t>
            </a:r>
            <a:r>
              <a:rPr lang="en-US" dirty="0"/>
              <a:t> Tab</a:t>
            </a:r>
            <a:endParaRPr lang="th-TH" dirty="0"/>
          </a:p>
        </p:txBody>
      </p:sp>
      <p:sp>
        <p:nvSpPr>
          <p:cNvPr id="6" name="Arrow: Curved Left 5">
            <a:extLst>
              <a:ext uri="{FF2B5EF4-FFF2-40B4-BE49-F238E27FC236}">
                <a16:creationId xmlns:a16="http://schemas.microsoft.com/office/drawing/2014/main" id="{CE2A7AA1-84D8-452E-BFF5-76379C284A22}"/>
              </a:ext>
            </a:extLst>
          </p:cNvPr>
          <p:cNvSpPr/>
          <p:nvPr/>
        </p:nvSpPr>
        <p:spPr>
          <a:xfrm>
            <a:off x="9258300" y="2543532"/>
            <a:ext cx="1028700" cy="157162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33233-7AE3-41CC-AA2E-9F51F3BFB5CD}"/>
              </a:ext>
            </a:extLst>
          </p:cNvPr>
          <p:cNvSpPr txBox="1"/>
          <p:nvPr/>
        </p:nvSpPr>
        <p:spPr>
          <a:xfrm>
            <a:off x="786623" y="36445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th-TH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หน้าจอที่แสดงผล เมื่อกด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Tab </a:t>
            </a:r>
            <a:r>
              <a:rPr kumimoji="0" lang="th-TH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แล้ว</a:t>
            </a:r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3956709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AB33B-3F7F-4170-88C3-F585163125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320" b="58765"/>
          <a:stretch/>
        </p:blipFill>
        <p:spPr>
          <a:xfrm>
            <a:off x="541867" y="491067"/>
            <a:ext cx="9013704" cy="38946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37DB2B1-88F7-4237-A9D9-C0D26FAC70FB}"/>
              </a:ext>
            </a:extLst>
          </p:cNvPr>
          <p:cNvSpPr/>
          <p:nvPr/>
        </p:nvSpPr>
        <p:spPr>
          <a:xfrm>
            <a:off x="2489200" y="2362200"/>
            <a:ext cx="3606800" cy="1684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5DD4E0-4222-4B72-AF7A-C88616DD8B2B}"/>
              </a:ext>
            </a:extLst>
          </p:cNvPr>
          <p:cNvSpPr txBox="1"/>
          <p:nvPr/>
        </p:nvSpPr>
        <p:spPr>
          <a:xfrm>
            <a:off x="1075267" y="4986867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คลิกเลือก  </a:t>
            </a:r>
            <a:r>
              <a:rPr lang="en-US" dirty="0"/>
              <a:t>Warehouse </a:t>
            </a:r>
            <a:r>
              <a:rPr lang="th-TH" dirty="0"/>
              <a:t> ที่ต้องการรับเข้า</a:t>
            </a:r>
          </a:p>
        </p:txBody>
      </p:sp>
    </p:spTree>
    <p:extLst>
      <p:ext uri="{BB962C8B-B14F-4D97-AF65-F5344CB8AC3E}">
        <p14:creationId xmlns:p14="http://schemas.microsoft.com/office/powerpoint/2010/main" val="1505762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957E00-1844-4C4B-9635-E39BAE9B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67" y="244837"/>
            <a:ext cx="5723272" cy="63683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E5FCFF-B8E2-46A0-90E3-76214E98257C}"/>
              </a:ext>
            </a:extLst>
          </p:cNvPr>
          <p:cNvSpPr txBox="1"/>
          <p:nvPr/>
        </p:nvSpPr>
        <p:spPr>
          <a:xfrm>
            <a:off x="6645556" y="2951946"/>
            <a:ext cx="5402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th-TH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หน้าจอที่แสดงผล เมื่อ</a:t>
            </a:r>
            <a:r>
              <a:rPr lang="th-TH" dirty="0">
                <a:solidFill>
                  <a:prstClr val="black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ทำการเลือก</a:t>
            </a:r>
            <a:r>
              <a:rPr lang="en-US" dirty="0"/>
              <a:t> Warehouse </a:t>
            </a:r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104446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A52EFE-20DD-4740-BE37-98F691101B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 b="13457"/>
          <a:stretch/>
        </p:blipFill>
        <p:spPr>
          <a:xfrm>
            <a:off x="101600" y="224366"/>
            <a:ext cx="5994400" cy="58362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F4BC86-00A4-40EC-BDA3-754C292B82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75" t="59630" r="50000" b="6666"/>
          <a:stretch/>
        </p:blipFill>
        <p:spPr>
          <a:xfrm>
            <a:off x="6764867" y="4398436"/>
            <a:ext cx="5257800" cy="231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A1EEFE-F9B2-4DD7-AFB1-E3DFF03D84EB}"/>
              </a:ext>
            </a:extLst>
          </p:cNvPr>
          <p:cNvSpPr/>
          <p:nvPr/>
        </p:nvSpPr>
        <p:spPr>
          <a:xfrm>
            <a:off x="1286933" y="4919133"/>
            <a:ext cx="1735667" cy="3471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2F39CF92-F9C7-4F35-8889-18ED22DA6F2F}"/>
              </a:ext>
            </a:extLst>
          </p:cNvPr>
          <p:cNvSpPr/>
          <p:nvPr/>
        </p:nvSpPr>
        <p:spPr>
          <a:xfrm rot="17308712">
            <a:off x="922867" y="3564857"/>
            <a:ext cx="1667933" cy="74506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F80644-D3ED-4A17-A150-F021A4AC0CB6}"/>
              </a:ext>
            </a:extLst>
          </p:cNvPr>
          <p:cNvSpPr/>
          <p:nvPr/>
        </p:nvSpPr>
        <p:spPr>
          <a:xfrm>
            <a:off x="2438400" y="2827867"/>
            <a:ext cx="3395133" cy="2116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73B787-07A8-4C69-ACBC-93943CE680B2}"/>
              </a:ext>
            </a:extLst>
          </p:cNvPr>
          <p:cNvSpPr/>
          <p:nvPr/>
        </p:nvSpPr>
        <p:spPr>
          <a:xfrm>
            <a:off x="2374486" y="3666067"/>
            <a:ext cx="707382" cy="3471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FE2F6-EB3A-4D43-8889-5071A38AC32A}"/>
              </a:ext>
            </a:extLst>
          </p:cNvPr>
          <p:cNvSpPr txBox="1"/>
          <p:nvPr/>
        </p:nvSpPr>
        <p:spPr>
          <a:xfrm>
            <a:off x="6096000" y="1015999"/>
            <a:ext cx="599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คลิก</a:t>
            </a:r>
            <a:r>
              <a:rPr lang="en-US" dirty="0"/>
              <a:t>BIN   </a:t>
            </a:r>
            <a:r>
              <a:rPr lang="th-TH" dirty="0"/>
              <a:t>เลือก </a:t>
            </a:r>
            <a:r>
              <a:rPr lang="en-US" dirty="0"/>
              <a:t>BIN </a:t>
            </a:r>
            <a:r>
              <a:rPr lang="th-TH" dirty="0"/>
              <a:t>ที่ต้องการรับเข้า  เสร็จแล้ว กด  </a:t>
            </a:r>
            <a:r>
              <a:rPr lang="en-US" dirty="0"/>
              <a:t>OK</a:t>
            </a:r>
            <a:endParaRPr lang="th-TH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24C1C-A6A2-4E43-986C-B20D69F25474}"/>
              </a:ext>
            </a:extLst>
          </p:cNvPr>
          <p:cNvSpPr/>
          <p:nvPr/>
        </p:nvSpPr>
        <p:spPr>
          <a:xfrm>
            <a:off x="1506651" y="5578799"/>
            <a:ext cx="1735667" cy="3471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ADBBFD-0844-40AD-8605-DAC1DF3D6713}"/>
              </a:ext>
            </a:extLst>
          </p:cNvPr>
          <p:cNvSpPr/>
          <p:nvPr/>
        </p:nvSpPr>
        <p:spPr>
          <a:xfrm>
            <a:off x="7391400" y="4744056"/>
            <a:ext cx="1735667" cy="131652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944609-9E53-4F22-8403-E6023CFAB44A}"/>
              </a:ext>
            </a:extLst>
          </p:cNvPr>
          <p:cNvSpPr txBox="1"/>
          <p:nvPr/>
        </p:nvSpPr>
        <p:spPr>
          <a:xfrm>
            <a:off x="6965950" y="3875216"/>
            <a:ext cx="4254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 </a:t>
            </a:r>
            <a:r>
              <a:rPr lang="en-US" dirty="0"/>
              <a:t>Reason  </a:t>
            </a:r>
            <a:r>
              <a:rPr lang="th-TH" dirty="0"/>
              <a:t>ที่ทำการรับเข้า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2D8B71-B932-43AA-98BE-AD8DFB364E3E}"/>
              </a:ext>
            </a:extLst>
          </p:cNvPr>
          <p:cNvCxnSpPr/>
          <p:nvPr/>
        </p:nvCxnSpPr>
        <p:spPr>
          <a:xfrm>
            <a:off x="3242318" y="5752366"/>
            <a:ext cx="414908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014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8889FE-6148-492F-B7A0-017EB6FA6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04584"/>
              </p:ext>
            </p:extLst>
          </p:nvPr>
        </p:nvGraphicFramePr>
        <p:xfrm>
          <a:off x="237067" y="1690916"/>
          <a:ext cx="11768665" cy="4055181"/>
        </p:xfrm>
        <a:graphic>
          <a:graphicData uri="http://schemas.openxmlformats.org/drawingml/2006/table">
            <a:tbl>
              <a:tblPr/>
              <a:tblGrid>
                <a:gridCol w="1330996">
                  <a:extLst>
                    <a:ext uri="{9D8B030D-6E8A-4147-A177-3AD203B41FA5}">
                      <a16:colId xmlns:a16="http://schemas.microsoft.com/office/drawing/2014/main" val="3654323419"/>
                    </a:ext>
                  </a:extLst>
                </a:gridCol>
                <a:gridCol w="2898909">
                  <a:extLst>
                    <a:ext uri="{9D8B030D-6E8A-4147-A177-3AD203B41FA5}">
                      <a16:colId xmlns:a16="http://schemas.microsoft.com/office/drawing/2014/main" val="1205886181"/>
                    </a:ext>
                  </a:extLst>
                </a:gridCol>
                <a:gridCol w="7538760">
                  <a:extLst>
                    <a:ext uri="{9D8B030D-6E8A-4147-A177-3AD203B41FA5}">
                      <a16:colId xmlns:a16="http://schemas.microsoft.com/office/drawing/2014/main" val="4040623637"/>
                    </a:ext>
                  </a:extLst>
                </a:gridCol>
              </a:tblGrid>
              <a:tr h="1898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Reason Code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Description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เหตุผลในการใช้ 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752903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INV51S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ตัดสินค้าออกไป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Reprocess Sauce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ใช้กรณีที่ตัด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Reprocess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ออกจาก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WH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737515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INV36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รับเข้าจากการ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Reprocess Sauce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ใช้กรณีที่รับ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Reprocess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เข้า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WH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และใช้ในกรณีที่รับขวด / ฝา   เข้า ที่มาจากโรงล้างขวด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194726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INV25S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รับน้ำเข้า-ปรับออกระบบผลิต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ใช้ในการรับน้ำเข้าต้นเดือน  และตัดออกสินเดือน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093211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INV67S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เบิกใช้งานทั่วไป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FG-S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ใช้ในกรณีที่ต้องแก้ไขงาน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FG 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934630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INV66S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เบิกใช้งานทั่วไป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PK-S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ใช้ในกรณีที่ต้องแก้ไขงาน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PK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เปลี่ยนฝา  เปลี่ยนขวด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800780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INV65S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เบิกใช้งานทั่วไป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WP-S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ใช้ในกรณีที่ต้องแก้ไขงาน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WIP 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3182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INV26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เบิกวัสดุสิ้นเปลืองผลิต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ใช้ตัดวัสดุสินเปลือง  เช่น กาว เทปใส ฟิล์ม เชือก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74603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INV33S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เบิกสินค้าตัวอย่าง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Sauce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ใช้กับการเบิกตัวอย่างที่ไม่เข้า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Job  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ตัวอย่าง 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RD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ตัวอย่างลดลอง</a:t>
                      </a:r>
                    </a:p>
                  </a:txBody>
                  <a:tcPr marL="7137" marR="7137" marT="71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610891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INV23S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รับเข้า-เบิกออกผลิต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PK-S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 มีของเกิน/ขาด จาการเบิก เช่น ฉลาก ฝา โฟม ฟอยด์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482780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INV24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รับเข้า-เบิกออกผลิต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RM-S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 มีวัตถุดิบเกิน / ขาด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037354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INV09S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สูญเสียจากการผลิต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ใช้ในกรณีที่ตัดสูญเสียทุกชนิด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EX. 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ตัดแต่งเสีย  หก ไล่ท่อ ค้างท่อ  ฝาเสีย  ขาดเสีย 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64832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INV06</a:t>
                      </a:r>
                    </a:p>
                  </a:txBody>
                  <a:tcPr marL="7137" marR="7137" marT="71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ส่งเสริมการขาย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SAUCE</a:t>
                      </a:r>
                    </a:p>
                  </a:txBody>
                  <a:tcPr marL="7137" marR="7137" marT="71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ใช้ในกรณีเบิกตัวอย่างเพื่อส่งให้ลูกค้า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3148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B5A946-95F3-46EF-AC5F-B2CC599F7221}"/>
              </a:ext>
            </a:extLst>
          </p:cNvPr>
          <p:cNvSpPr txBox="1"/>
          <p:nvPr/>
        </p:nvSpPr>
        <p:spPr>
          <a:xfrm>
            <a:off x="778933" y="5111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Reason Code  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ที่ฝ่ายผลิตใช้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dia New" panose="020B0304020202020204" pitchFamily="34" charset="-3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24163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71F27A-042B-4520-822A-014EA73CA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11" t="11975" r="25069" b="6914"/>
          <a:stretch/>
        </p:blipFill>
        <p:spPr>
          <a:xfrm>
            <a:off x="347133" y="647699"/>
            <a:ext cx="8085666" cy="55626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14A9D8-E44D-46A6-AABE-E1D8D2A2D296}"/>
              </a:ext>
            </a:extLst>
          </p:cNvPr>
          <p:cNvSpPr/>
          <p:nvPr/>
        </p:nvSpPr>
        <p:spPr>
          <a:xfrm>
            <a:off x="2556933" y="4910667"/>
            <a:ext cx="2345267" cy="3471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2808B-9357-4516-B735-005E4277D193}"/>
              </a:ext>
            </a:extLst>
          </p:cNvPr>
          <p:cNvSpPr/>
          <p:nvPr/>
        </p:nvSpPr>
        <p:spPr>
          <a:xfrm>
            <a:off x="3285067" y="4203701"/>
            <a:ext cx="736600" cy="34713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D36690-0F31-4ADB-B067-86B78D822C58}"/>
              </a:ext>
            </a:extLst>
          </p:cNvPr>
          <p:cNvSpPr/>
          <p:nvPr/>
        </p:nvSpPr>
        <p:spPr>
          <a:xfrm>
            <a:off x="3285067" y="3022600"/>
            <a:ext cx="3615266" cy="8043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2E436-CAAA-4A8E-A275-C0B01DDD7FA8}"/>
              </a:ext>
            </a:extLst>
          </p:cNvPr>
          <p:cNvSpPr txBox="1"/>
          <p:nvPr/>
        </p:nvSpPr>
        <p:spPr>
          <a:xfrm>
            <a:off x="8500534" y="2734952"/>
            <a:ext cx="29379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/>
              <a:t>คลิก</a:t>
            </a:r>
            <a:r>
              <a:rPr lang="en-US" sz="3200" dirty="0"/>
              <a:t>Lot Number   </a:t>
            </a:r>
            <a:r>
              <a:rPr lang="th-TH" sz="3200" dirty="0"/>
              <a:t>เลือก </a:t>
            </a:r>
            <a:r>
              <a:rPr lang="en-US" sz="3200" dirty="0"/>
              <a:t>Lot Number </a:t>
            </a:r>
            <a:r>
              <a:rPr lang="th-TH" sz="3200" dirty="0"/>
              <a:t>ที่ต้องการรับเข้า  </a:t>
            </a:r>
          </a:p>
          <a:p>
            <a:r>
              <a:rPr lang="th-TH" sz="3200" dirty="0"/>
              <a:t>เสร็จแล้ว กด  </a:t>
            </a:r>
            <a:r>
              <a:rPr lang="en-US" sz="3200" dirty="0"/>
              <a:t>OK</a:t>
            </a:r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2045568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612D55-F55C-4B21-8367-A75166E2D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21" y="368300"/>
            <a:ext cx="5934691" cy="612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3633D3-0C45-40EE-917E-DC4C15FBCBCA}"/>
              </a:ext>
            </a:extLst>
          </p:cNvPr>
          <p:cNvSpPr/>
          <p:nvPr/>
        </p:nvSpPr>
        <p:spPr>
          <a:xfrm>
            <a:off x="1777999" y="5135035"/>
            <a:ext cx="1888067" cy="3471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E7B98A-0887-4C95-A5D1-360415DA8F13}"/>
              </a:ext>
            </a:extLst>
          </p:cNvPr>
          <p:cNvSpPr/>
          <p:nvPr/>
        </p:nvSpPr>
        <p:spPr>
          <a:xfrm>
            <a:off x="1371600" y="6210303"/>
            <a:ext cx="685799" cy="2793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A1BD07-B39D-42E6-8F23-0CC1C6A555BE}"/>
              </a:ext>
            </a:extLst>
          </p:cNvPr>
          <p:cNvSpPr txBox="1"/>
          <p:nvPr/>
        </p:nvSpPr>
        <p:spPr>
          <a:xfrm>
            <a:off x="6561667" y="3920066"/>
            <a:ext cx="54466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ใส่จำนวนที่ต้องการรับเข้าในช่อง  </a:t>
            </a:r>
            <a:r>
              <a:rPr lang="en-US" dirty="0"/>
              <a:t>Quantity</a:t>
            </a:r>
          </a:p>
          <a:p>
            <a:endParaRPr lang="th-TH" dirty="0"/>
          </a:p>
          <a:p>
            <a:endParaRPr lang="th-TH" dirty="0"/>
          </a:p>
          <a:p>
            <a:r>
              <a:rPr lang="th-TH" dirty="0"/>
              <a:t>กด  </a:t>
            </a:r>
            <a:r>
              <a:rPr lang="en-US" dirty="0" err="1"/>
              <a:t>Rrturn</a:t>
            </a:r>
            <a:r>
              <a:rPr lang="en-US" dirty="0"/>
              <a:t> 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65999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8CE875-002C-4079-BFB1-70D294F72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00" y="465390"/>
            <a:ext cx="11806546" cy="38949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103808-5CBD-4F63-A51A-C2901632E255}"/>
              </a:ext>
            </a:extLst>
          </p:cNvPr>
          <p:cNvSpPr txBox="1"/>
          <p:nvPr/>
        </p:nvSpPr>
        <p:spPr>
          <a:xfrm>
            <a:off x="804333" y="4953856"/>
            <a:ext cx="11065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หน้าจอแสดงเมื่อเรากด 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Rrturn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แล้ว   ของที่เราทำการรับเข้าจะเข้ามาอยู่ใน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572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470</Words>
  <Application>Microsoft Office PowerPoint</Application>
  <PresentationFormat>Widescreen</PresentationFormat>
  <Paragraphs>77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Cordia New</vt:lpstr>
      <vt:lpstr>JasmineUPC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6</cp:revision>
  <dcterms:created xsi:type="dcterms:W3CDTF">2025-10-19T05:17:47Z</dcterms:created>
  <dcterms:modified xsi:type="dcterms:W3CDTF">2025-10-19T07:08:22Z</dcterms:modified>
</cp:coreProperties>
</file>