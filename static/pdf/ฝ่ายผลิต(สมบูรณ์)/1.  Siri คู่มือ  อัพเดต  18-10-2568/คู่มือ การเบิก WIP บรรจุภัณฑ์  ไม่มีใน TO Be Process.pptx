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418" r:id="rId3"/>
    <p:sldId id="275" r:id="rId4"/>
    <p:sldId id="276" r:id="rId5"/>
    <p:sldId id="277" r:id="rId6"/>
    <p:sldId id="278" r:id="rId7"/>
    <p:sldId id="279" r:id="rId8"/>
    <p:sldId id="391" r:id="rId9"/>
    <p:sldId id="280" r:id="rId10"/>
    <p:sldId id="282" r:id="rId11"/>
    <p:sldId id="338" r:id="rId12"/>
    <p:sldId id="339" r:id="rId13"/>
    <p:sldId id="340" r:id="rId14"/>
    <p:sldId id="341" r:id="rId15"/>
    <p:sldId id="342" r:id="rId16"/>
    <p:sldId id="288" r:id="rId17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A532-F229-47F1-82C2-022CEDCA0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32985-6D3A-4CEF-8CD7-FCE9CA8AC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AD382-DEB4-4D6D-8C90-D7BFCD1E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AA8B7-6F10-422F-9FDC-D918DE90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BB41C-E0D6-4A64-93F0-42B19B71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054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F8E8-CECC-4F0F-BD7A-5F7FFAEF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7972D-FB60-41FE-8FBD-5089F8DB6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0A28D-40A1-4DF5-8FA9-7F08A48F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75220-7602-4486-926F-842F94E9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6E460-9A05-49F7-845B-41E5932E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117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53F6-4A26-406F-B805-8690883A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4173E-98B8-4F9D-977B-5E91F00C4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5946F-7C12-462F-94B1-8CA1DB19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D3C4C-A90C-4EAA-9643-370869C8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7E003-F976-4F24-96A0-01FED2AB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6250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FA3C-1C44-4CC3-B945-68F99C7C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9A55-9225-4F41-8130-BAD0262F9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6BF3-57AA-4B3B-A17D-35720C781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0E72F-556E-43D1-896C-59211061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A7251-929E-4A39-A5D9-96226E20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3CB87-1166-4208-8F85-11EDAAA0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9510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71C4-B064-4FCB-81CF-EC9A7019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C5897-287D-4BFD-A077-1769CD693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793B4-FEF4-4EAC-AA27-9C23EA010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AFAED-4DCA-43E8-9F03-867CB219D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447A5-46AD-45FC-BD2B-1BC2FB8B3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4D006E-2FD2-4492-A63C-E6640D60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AD0EB-A6F3-4626-B14B-61D43DDF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17F6E-7E8B-462B-8EFB-31A934D6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9171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2A140-017E-47E8-BB65-F92EEBCB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027EA-ABB1-4C45-BC8B-5F7F6742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9761F-BDD6-4847-A76D-461614CBA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6C014-FDB9-4696-ACE0-20AC11F8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2761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BCDC0-24CC-4069-8838-5FEAC4CB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CC394-7460-40EB-8EFB-C381AC4C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AFB3C-F904-4A0B-8F2F-11555DDC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3808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6E7F-3786-442A-94AF-3BE60DD97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4DCFA-BDE6-447F-97B4-E9F01894D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16284-AEB8-4DD9-8CC2-096A530EF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1B7DB-4E32-4F6F-A96B-4B282BA71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0CFC6-A3F2-43C4-A93F-70CF1772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0AB0D-BBBB-40FC-BE53-F5AE0FB0A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224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27BA-B7D6-4F3A-A99C-8661428B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AE21E-88B9-41FC-A0C0-3286027F8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DC862-F3BF-4058-A042-352EBB34B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38D66-C9B4-4BEB-AF38-C60B1A75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1A068-70B3-47CB-BAB4-3B8D699FB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8939F-38C5-492B-82D1-5DDAEFCCD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5903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FA47-4807-43F2-A6F0-B3166044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53B8A-C107-4C8A-A255-C452283A3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BE57D-BA3C-41C1-A1D2-F92BCCA6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A1A4D-59DE-4F96-B978-D5D87FD4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879FD-A05D-4976-ACF3-B6E965E5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913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E92632-449C-4951-9AD8-BCC4F4435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0E6E9-4FE4-4EBA-B9F0-958D9A91A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73734-CE8E-49AE-8F43-565D98D34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19CF4-DBCC-4A74-844A-F65ABDA2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7049A-CF32-4A2A-974B-69645657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6709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A5EF9-E64E-4116-9BC1-A553442D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80D26-8460-4AE0-BB65-0BE285197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B13E1-DAEC-48F4-B581-76EC9C556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AD0AB-0180-4E4A-ADEA-8909FAE72AA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50B8B-05CE-4F92-A0F8-DCABADD79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833A5-C63B-4723-8BAA-A0BAB4DE8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2588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125" y="1817839"/>
            <a:ext cx="118451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3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KodchiangUPC" panose="02020603050405020304" pitchFamily="18" charset="-34"/>
                <a:cs typeface="KodchiangUPC" panose="02020603050405020304" pitchFamily="18" charset="-34"/>
              </a:rPr>
              <a:t>การเบิกวัตถุดิบ</a:t>
            </a:r>
          </a:p>
        </p:txBody>
      </p:sp>
    </p:spTree>
    <p:extLst>
      <p:ext uri="{BB962C8B-B14F-4D97-AF65-F5344CB8AC3E}">
        <p14:creationId xmlns:p14="http://schemas.microsoft.com/office/powerpoint/2010/main" val="32005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FA3AB-186D-4374-90FE-D226E74C0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478220"/>
              </p:ext>
            </p:extLst>
          </p:nvPr>
        </p:nvGraphicFramePr>
        <p:xfrm>
          <a:off x="440267" y="355600"/>
          <a:ext cx="11091334" cy="5642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4733">
                  <a:extLst>
                    <a:ext uri="{9D8B030D-6E8A-4147-A177-3AD203B41FA5}">
                      <a16:colId xmlns:a16="http://schemas.microsoft.com/office/drawing/2014/main" val="108776407"/>
                    </a:ext>
                  </a:extLst>
                </a:gridCol>
                <a:gridCol w="7086601">
                  <a:extLst>
                    <a:ext uri="{9D8B030D-6E8A-4147-A177-3AD203B41FA5}">
                      <a16:colId xmlns:a16="http://schemas.microsoft.com/office/drawing/2014/main" val="1995880623"/>
                    </a:ext>
                  </a:extLst>
                </a:gridCol>
              </a:tblGrid>
              <a:tr h="8267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1.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กระบวนการ (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Process)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642349"/>
                  </a:ext>
                </a:extLst>
              </a:tr>
              <a:tr h="88354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2.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ข้อมูลที่ต้องใช้</a:t>
                      </a:r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 </a:t>
                      </a:r>
                      <a:endParaRPr lang="en-US" sz="2400" baseline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  <a:p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lang="en-US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In put)</a:t>
                      </a:r>
                      <a:endParaRPr lang="en-US" sz="2400" i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aseline="0" dirty="0">
                          <a:latin typeface="Cordia New" panose="020B0304020202020204" pitchFamily="34" charset="-34"/>
                          <a:cs typeface="+mn-cs"/>
                        </a:rPr>
                        <a:t>ใบสั่งผลิต  เตรียมวัตถุดิบ  ต้ม  บรรจุ  ติดฉลาก</a:t>
                      </a:r>
                    </a:p>
                    <a:p>
                      <a:endParaRPr lang="en-US" sz="240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929449"/>
                  </a:ext>
                </a:extLst>
              </a:tr>
              <a:tr h="150755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3.</a:t>
                      </a:r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 ขั้นตอนย่อย </a:t>
                      </a:r>
                      <a:endParaRPr lang="en-US" sz="2400" baseline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  <a:p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lang="en-US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Sub process)</a:t>
                      </a:r>
                      <a:endParaRPr lang="en-US" sz="2400" i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/>
                        <a:t>เช็คสต๊อกของที่เราต้องการเบิก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/>
                        <a:t>คีย์ </a:t>
                      </a:r>
                      <a:r>
                        <a:rPr lang="en-US" sz="2400" dirty="0"/>
                        <a:t>Part </a:t>
                      </a:r>
                      <a:r>
                        <a:rPr lang="th-TH" sz="2400" dirty="0"/>
                        <a:t> ที่ทำการเบิกของ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/>
                        <a:t>ใส่จำนวนที่ต้องการเบิก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/>
                        <a:t>เลือกคลังที่ต้องการเบิก  และเลือกคลังที่ต้องการรับเข้า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275564"/>
                  </a:ext>
                </a:extLst>
              </a:tr>
              <a:tr h="102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4. ความเสี่ยง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เบิกของแล้วของไม่มี 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เลือก 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WH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ผิด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เบิก 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Part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ที่ซ้ำกันทำให้แสกนจ่ายไม่ได้</a:t>
                      </a:r>
                      <a:endParaRPr lang="en-US" sz="240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344357"/>
                  </a:ext>
                </a:extLst>
              </a:tr>
              <a:tr h="102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5. จุดควบคุม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Control point)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สต๊อกของที่ต้องการเบิก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Part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ที่เบิกต้องแยกใบเบิกชัดเจน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2400" dirty="0"/>
                        <a:t>WH </a:t>
                      </a:r>
                      <a:r>
                        <a:rPr lang="th-TH" sz="2400" dirty="0"/>
                        <a:t>คลังที่ต้องการเบิก  และ</a:t>
                      </a:r>
                      <a:r>
                        <a:rPr lang="en-US" sz="2400" dirty="0"/>
                        <a:t>WH </a:t>
                      </a:r>
                      <a:r>
                        <a:rPr lang="th-TH" sz="2400"/>
                        <a:t>คลัง</a:t>
                      </a:r>
                      <a:r>
                        <a:rPr lang="th-TH" sz="2400" dirty="0"/>
                        <a:t>ที่</a:t>
                      </a:r>
                      <a:r>
                        <a:rPr lang="th-TH" sz="2400"/>
                        <a:t>ต้องการรับเข้า ต้องถูกต้อง</a:t>
                      </a:r>
                      <a:endParaRPr lang="th-TH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75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57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13" y="921626"/>
            <a:ext cx="4410075" cy="5372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8854" y="2963917"/>
            <a:ext cx="5854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 </a:t>
            </a:r>
            <a:r>
              <a:rPr lang="en-US" dirty="0"/>
              <a:t>CP Inventory Request Transfer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1376855" y="2596055"/>
            <a:ext cx="2932386" cy="7777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2865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4780"/>
          <a:stretch/>
        </p:blipFill>
        <p:spPr>
          <a:xfrm>
            <a:off x="462006" y="1872658"/>
            <a:ext cx="10629084" cy="3897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78372" y="663300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CP Inventory Request Transfer</a:t>
            </a:r>
            <a:endParaRPr lang="th-T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0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9451" y="1066801"/>
            <a:ext cx="4966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</a:t>
            </a:r>
            <a:r>
              <a:rPr lang="en-US" dirty="0"/>
              <a:t>NEW   </a:t>
            </a:r>
            <a:r>
              <a:rPr lang="th-TH" dirty="0"/>
              <a:t>เลือก </a:t>
            </a:r>
            <a:r>
              <a:rPr lang="en-US" dirty="0"/>
              <a:t>New Parent </a:t>
            </a:r>
            <a:endParaRPr lang="th-TH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30687"/>
          <a:stretch/>
        </p:blipFill>
        <p:spPr>
          <a:xfrm>
            <a:off x="509451" y="2084220"/>
            <a:ext cx="11206143" cy="43691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409903" y="2312276"/>
            <a:ext cx="325821" cy="231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850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9393" y="827361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เมื่อเรากดเลือก  </a:t>
            </a:r>
            <a:r>
              <a:rPr lang="en-US" dirty="0"/>
              <a:t>New Parent  </a:t>
            </a:r>
            <a:r>
              <a:rPr lang="th-TH" dirty="0"/>
              <a:t>ข้อมูลที่แสดงขึ้นมาจะเป็นตามกรอบ สีแดง</a:t>
            </a:r>
            <a:r>
              <a:rPr lang="en-US" dirty="0"/>
              <a:t> </a:t>
            </a:r>
            <a:endParaRPr lang="th-T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3" y="2361707"/>
            <a:ext cx="11977599" cy="40285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945931" y="3489435"/>
            <a:ext cx="2417379" cy="2942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945931" y="3957146"/>
            <a:ext cx="2417379" cy="2942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6279931" y="3195144"/>
            <a:ext cx="1571297" cy="3888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015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40662" b="57993"/>
          <a:stretch/>
        </p:blipFill>
        <p:spPr>
          <a:xfrm>
            <a:off x="178303" y="3723623"/>
            <a:ext cx="5591825" cy="23314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8332" b="57984"/>
          <a:stretch/>
        </p:blipFill>
        <p:spPr>
          <a:xfrm>
            <a:off x="6505532" y="3723623"/>
            <a:ext cx="5192482" cy="2350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F8A4C-27ED-4805-F14C-80D1DBC157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53" t="1" r="52073" b="65245"/>
          <a:stretch/>
        </p:blipFill>
        <p:spPr>
          <a:xfrm>
            <a:off x="178304" y="225694"/>
            <a:ext cx="7764487" cy="3148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798786" y="1860331"/>
            <a:ext cx="2785242" cy="28377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3935507" y="1266497"/>
            <a:ext cx="3158976" cy="115088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TextBox 9"/>
          <p:cNvSpPr txBox="1"/>
          <p:nvPr/>
        </p:nvSpPr>
        <p:spPr>
          <a:xfrm>
            <a:off x="1208478" y="6010771"/>
            <a:ext cx="1608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แผนก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9104" y="6010771"/>
            <a:ext cx="2280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วันที่</a:t>
            </a:r>
          </a:p>
        </p:txBody>
      </p:sp>
    </p:spTree>
    <p:extLst>
      <p:ext uri="{BB962C8B-B14F-4D97-AF65-F5344CB8AC3E}">
        <p14:creationId xmlns:p14="http://schemas.microsoft.com/office/powerpoint/2010/main" val="158702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39372" b="61814"/>
          <a:stretch/>
        </p:blipFill>
        <p:spPr>
          <a:xfrm>
            <a:off x="186467" y="99358"/>
            <a:ext cx="5741864" cy="20342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32275" b="60426"/>
          <a:stretch/>
        </p:blipFill>
        <p:spPr>
          <a:xfrm>
            <a:off x="168961" y="2397154"/>
            <a:ext cx="5755759" cy="18918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33132" b="57599"/>
          <a:stretch/>
        </p:blipFill>
        <p:spPr>
          <a:xfrm>
            <a:off x="168961" y="4552567"/>
            <a:ext cx="5759370" cy="20542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295697" y="378372"/>
            <a:ext cx="23858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IRT-C  =  can</a:t>
            </a:r>
            <a:endParaRPr lang="th-TH" dirty="0"/>
          </a:p>
          <a:p>
            <a:r>
              <a:rPr lang="en-US" dirty="0"/>
              <a:t>IRT-C  =  Sauce</a:t>
            </a:r>
            <a:endParaRPr lang="th-TH" dirty="0"/>
          </a:p>
          <a:p>
            <a:r>
              <a:rPr lang="en-US" dirty="0"/>
              <a:t>IRT-C  =  UHT</a:t>
            </a:r>
            <a:endParaRPr lang="th-TH" dirty="0"/>
          </a:p>
        </p:txBody>
      </p:sp>
      <p:sp>
        <p:nvSpPr>
          <p:cNvPr id="7" name="Left Arrow 6"/>
          <p:cNvSpPr/>
          <p:nvPr/>
        </p:nvSpPr>
        <p:spPr>
          <a:xfrm>
            <a:off x="8660524" y="902703"/>
            <a:ext cx="672662" cy="336331"/>
          </a:xfrm>
          <a:prstGeom prst="lef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6295697" y="4671765"/>
            <a:ext cx="52656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S-P10-WP </a:t>
            </a:r>
            <a:r>
              <a:rPr lang="th-TH" dirty="0"/>
              <a:t>คลังระหว่างทำผลิตซอส อ.1</a:t>
            </a:r>
          </a:p>
          <a:p>
            <a:r>
              <a:rPr lang="en-US" dirty="0"/>
              <a:t>S-P20-WP </a:t>
            </a:r>
            <a:r>
              <a:rPr lang="th-TH" dirty="0"/>
              <a:t>คลังระหว่างทำผลิตซอส อ.2</a:t>
            </a:r>
          </a:p>
          <a:p>
            <a:r>
              <a:rPr lang="en-US" dirty="0"/>
              <a:t>S-P30-WP </a:t>
            </a:r>
            <a:r>
              <a:rPr lang="th-TH" dirty="0"/>
              <a:t>คลังระหว่างทำผลิตซอส อ.3</a:t>
            </a:r>
          </a:p>
          <a:p>
            <a:r>
              <a:rPr lang="en-US" dirty="0"/>
              <a:t>S-P40-WP </a:t>
            </a:r>
            <a:r>
              <a:rPr lang="th-TH" dirty="0"/>
              <a:t>คลังระหว่างทำผลิตซอส อ.4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1614" y="2596055"/>
            <a:ext cx="54233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S-WH1-PK   </a:t>
            </a:r>
            <a:r>
              <a:rPr lang="th-TH" dirty="0"/>
              <a:t>คลังบรรจุภัณฑ์ซอส</a:t>
            </a:r>
            <a:endParaRPr lang="en-US" dirty="0"/>
          </a:p>
          <a:p>
            <a:r>
              <a:rPr lang="en-US" dirty="0"/>
              <a:t>S-WH1-RM  </a:t>
            </a:r>
            <a:r>
              <a:rPr lang="th-TH" dirty="0"/>
              <a:t>คลังวัตถุดิบซอส</a:t>
            </a:r>
          </a:p>
        </p:txBody>
      </p:sp>
    </p:spTree>
    <p:extLst>
      <p:ext uri="{BB962C8B-B14F-4D97-AF65-F5344CB8AC3E}">
        <p14:creationId xmlns:p14="http://schemas.microsoft.com/office/powerpoint/2010/main" val="3951706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EF8A4C-27ED-4805-F14C-80D1DBC157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133"/>
          <a:stretch/>
        </p:blipFill>
        <p:spPr>
          <a:xfrm>
            <a:off x="289777" y="2974748"/>
            <a:ext cx="11588458" cy="34798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86CE27-0A67-D24F-06CB-B97D870970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151" y="419847"/>
            <a:ext cx="632291" cy="6322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F655B7-A673-101F-7B91-06A6934C732F}"/>
              </a:ext>
            </a:extLst>
          </p:cNvPr>
          <p:cNvSpPr txBox="1"/>
          <p:nvPr/>
        </p:nvSpPr>
        <p:spPr>
          <a:xfrm>
            <a:off x="421341" y="528918"/>
            <a:ext cx="6902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เมื่อคีย์ข้อมูลครบแล้ว ให้กด </a:t>
            </a:r>
            <a:r>
              <a:rPr lang="en-US" dirty="0"/>
              <a:t>Save           </a:t>
            </a:r>
            <a:r>
              <a:rPr lang="th-TH" dirty="0"/>
              <a:t>เพื่อให้เลขใบเบิกขึ้น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302115-D2C6-AA93-323A-B346BAE87029}"/>
              </a:ext>
            </a:extLst>
          </p:cNvPr>
          <p:cNvSpPr/>
          <p:nvPr/>
        </p:nvSpPr>
        <p:spPr>
          <a:xfrm>
            <a:off x="2788024" y="3209365"/>
            <a:ext cx="1488141" cy="331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04496" y="3209365"/>
            <a:ext cx="241738" cy="251321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004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3575" b="38119"/>
          <a:stretch/>
        </p:blipFill>
        <p:spPr>
          <a:xfrm>
            <a:off x="305108" y="2503092"/>
            <a:ext cx="8788481" cy="40028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25518" y="966952"/>
            <a:ext cx="6957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</a:t>
            </a:r>
            <a:r>
              <a:rPr lang="en-US" dirty="0"/>
              <a:t>New Line </a:t>
            </a:r>
            <a:r>
              <a:rPr lang="th-TH" dirty="0"/>
              <a:t>เพื่อทำการคีย์เบิกของ</a:t>
            </a:r>
            <a:r>
              <a:rPr lang="en-US" dirty="0"/>
              <a:t> 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1082565" y="4378374"/>
            <a:ext cx="1008993" cy="25224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918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4456" b="40114"/>
          <a:stretch/>
        </p:blipFill>
        <p:spPr>
          <a:xfrm>
            <a:off x="374539" y="2798000"/>
            <a:ext cx="7655365" cy="34136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4529959" y="3825766"/>
            <a:ext cx="1629103" cy="4519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F7E8E-E351-4002-838E-82DA73861635}"/>
              </a:ext>
            </a:extLst>
          </p:cNvPr>
          <p:cNvSpPr txBox="1"/>
          <p:nvPr/>
        </p:nvSpPr>
        <p:spPr>
          <a:xfrm>
            <a:off x="2463800" y="149928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 </a:t>
            </a:r>
            <a:r>
              <a:rPr lang="th-TH" dirty="0"/>
              <a:t>หา </a:t>
            </a:r>
            <a:r>
              <a:rPr lang="en-US" dirty="0"/>
              <a:t>Part </a:t>
            </a:r>
            <a:r>
              <a:rPr lang="th-TH" dirty="0"/>
              <a:t>ที่เราจะใช้</a:t>
            </a:r>
            <a:r>
              <a:rPr lang="en-US" dirty="0"/>
              <a:t>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58907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9025" r="29803" b="56244"/>
          <a:stretch/>
        </p:blipFill>
        <p:spPr>
          <a:xfrm>
            <a:off x="346841" y="3426372"/>
            <a:ext cx="5327270" cy="3184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9633" r="29861" b="56759"/>
          <a:stretch/>
        </p:blipFill>
        <p:spPr>
          <a:xfrm>
            <a:off x="6271708" y="3426372"/>
            <a:ext cx="5303520" cy="3184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1484555" y="4507454"/>
            <a:ext cx="2700170" cy="511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7284720" y="4507454"/>
            <a:ext cx="2700170" cy="511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774550" y="1572444"/>
            <a:ext cx="7752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การ</a:t>
            </a:r>
            <a:r>
              <a:rPr lang="en-US" dirty="0"/>
              <a:t>Search    </a:t>
            </a:r>
            <a:r>
              <a:rPr lang="th-TH" dirty="0"/>
              <a:t>หาของที่จะเบิกทำได้ 2 วิธี คือ  </a:t>
            </a:r>
            <a:r>
              <a:rPr lang="en-US" dirty="0"/>
              <a:t>Part </a:t>
            </a:r>
            <a:r>
              <a:rPr lang="th-TH" dirty="0"/>
              <a:t>และ</a:t>
            </a:r>
            <a:r>
              <a:rPr lang="en-US" dirty="0"/>
              <a:t> Word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05837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7255" r="26610" b="34060"/>
          <a:stretch/>
        </p:blipFill>
        <p:spPr>
          <a:xfrm>
            <a:off x="378372" y="925554"/>
            <a:ext cx="6989379" cy="5619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927506" y="5621550"/>
            <a:ext cx="1048439" cy="511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7735614" y="1776248"/>
            <a:ext cx="38783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เลือกบรรจุภัณฑ์ ที่เราต้องการจะเบิก  เสร็จแล้ว กด </a:t>
            </a:r>
            <a:r>
              <a:rPr lang="en-US" dirty="0"/>
              <a:t>OK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9266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9771"/>
          <a:stretch/>
        </p:blipFill>
        <p:spPr>
          <a:xfrm>
            <a:off x="242850" y="2627586"/>
            <a:ext cx="11695873" cy="3962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242850" y="4824248"/>
            <a:ext cx="9605343" cy="7147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346842" y="1576552"/>
            <a:ext cx="9238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เมื่อกด  </a:t>
            </a:r>
            <a:r>
              <a:rPr lang="en-US" dirty="0"/>
              <a:t>OK  </a:t>
            </a:r>
            <a:r>
              <a:rPr lang="th-TH" dirty="0"/>
              <a:t>ข้อมูลจะขึ้น ตามกรอบสีแดง  เสร็จแล้วให้ใส่จำนวนที่ต้องการจะเบิก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3878317" y="4939862"/>
            <a:ext cx="914400" cy="34684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549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8675"/>
          <a:stretch/>
        </p:blipFill>
        <p:spPr>
          <a:xfrm>
            <a:off x="91748" y="336331"/>
            <a:ext cx="11977492" cy="3457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01004" y="4339605"/>
            <a:ext cx="7378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ถ้ามีเบิกหลายรายการ ให้ กด </a:t>
            </a:r>
            <a:r>
              <a:rPr lang="en-US" dirty="0"/>
              <a:t>New Line </a:t>
            </a:r>
            <a:r>
              <a:rPr lang="th-TH" dirty="0"/>
              <a:t>แล้วคีย์ </a:t>
            </a:r>
            <a:r>
              <a:rPr lang="en-US" dirty="0"/>
              <a:t>Part</a:t>
            </a:r>
            <a:r>
              <a:rPr lang="th-TH" dirty="0"/>
              <a:t> ใหม่ </a:t>
            </a:r>
          </a:p>
        </p:txBody>
      </p:sp>
      <p:sp>
        <p:nvSpPr>
          <p:cNvPr id="4" name="Rectangle 3"/>
          <p:cNvSpPr/>
          <p:nvPr/>
        </p:nvSpPr>
        <p:spPr>
          <a:xfrm>
            <a:off x="945931" y="2291255"/>
            <a:ext cx="1040524" cy="283779"/>
          </a:xfrm>
          <a:prstGeom prst="rect">
            <a:avLst/>
          </a:prstGeom>
          <a:noFill/>
          <a:ln w="1905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27078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757237"/>
            <a:ext cx="916305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46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304</Words>
  <Application>Microsoft Office PowerPoint</Application>
  <PresentationFormat>Widescreen</PresentationFormat>
  <Paragraphs>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Cordia New</vt:lpstr>
      <vt:lpstr>KodchiangUPC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3</cp:revision>
  <dcterms:created xsi:type="dcterms:W3CDTF">2025-09-04T03:21:31Z</dcterms:created>
  <dcterms:modified xsi:type="dcterms:W3CDTF">2025-10-19T08:23:36Z</dcterms:modified>
</cp:coreProperties>
</file>