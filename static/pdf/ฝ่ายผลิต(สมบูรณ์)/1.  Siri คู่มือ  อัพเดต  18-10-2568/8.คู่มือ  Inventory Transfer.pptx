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34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7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CB70CE-2B3C-49AA-B66E-E1281612A648}" type="datetimeFigureOut">
              <a:rPr lang="th-TH" smtClean="0"/>
              <a:t>22/10/68</a:t>
            </a:fld>
            <a:endParaRPr lang="th-T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8006B5-AB4B-4178-9988-35DC6FEFBFF8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127599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A6ECCF-E18F-4DC3-8D9A-A0B288EE07F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2582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40324-D073-4B9B-9B32-D4D08E8E79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21D84F-DB48-491B-A9F4-05021C747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7FE557-20B4-4A6C-8678-4A42F68D5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6CE0A-69E2-4BF0-9EC8-7DDDA7592D9C}" type="datetimeFigureOut">
              <a:rPr lang="th-TH" smtClean="0"/>
              <a:t>22/10/68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7F9B81-D9FC-420B-AB54-F8A725107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67D0B5-30E5-4589-8BC2-0BEDB5038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DA793-400B-4C91-9E24-469EB3B41A2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593608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206E7-FD47-490E-8807-72C2AC61E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B7D016-AC39-47AB-8CB5-CFBA83B11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A215F6-2060-42CF-9B69-3E9599BEE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6CE0A-69E2-4BF0-9EC8-7DDDA7592D9C}" type="datetimeFigureOut">
              <a:rPr lang="th-TH" smtClean="0"/>
              <a:t>22/10/68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F79869-2BC2-4AC3-90B1-474484CAF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732FB0-9ADB-45EA-B3A2-4B1AD653D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DA793-400B-4C91-9E24-469EB3B41A2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034292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88F35-2355-4F0D-9FE1-055086E9F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1ED8CA-FC8D-42D1-A6E6-D362D9CB95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2ADB9A-36FA-421E-96DB-B02192CA2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6CE0A-69E2-4BF0-9EC8-7DDDA7592D9C}" type="datetimeFigureOut">
              <a:rPr lang="th-TH" smtClean="0"/>
              <a:t>22/10/68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2E032-C2EE-464A-8EFF-0E9A0A724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6BC2A1-68FE-4233-BED0-10D74DE0C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DA793-400B-4C91-9E24-469EB3B41A2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002889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42BA6-9712-4891-B770-C02DB9531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EDA97B-8AD9-43AC-90D0-B2EB7B0C54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9339BE-D302-430B-A3A6-BD92F74D6A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1FB7B4-3126-41E1-850C-C637FC883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6CE0A-69E2-4BF0-9EC8-7DDDA7592D9C}" type="datetimeFigureOut">
              <a:rPr lang="th-TH" smtClean="0"/>
              <a:t>22/10/68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666449-80CE-445B-8DF6-3119975A3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8D58BA-904E-43E1-8820-F2FF49D2B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DA793-400B-4C91-9E24-469EB3B41A2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6960250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0D2D7-CD17-40A4-8A88-B26312904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8AA1E2-AA5F-4B52-B276-012969A494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87A91E-F27B-4E33-BAD8-B434BFFB78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5E25CB-765D-41A8-8342-1286B5B575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AFA68A-D108-4904-B9D2-C599E71850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A6F0B5-32FE-4DBF-8FDC-27F67E781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6CE0A-69E2-4BF0-9EC8-7DDDA7592D9C}" type="datetimeFigureOut">
              <a:rPr lang="th-TH" smtClean="0"/>
              <a:t>22/10/68</a:t>
            </a:fld>
            <a:endParaRPr lang="th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33B89F-87B7-417A-8B2C-07D9FB109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55F4EE-6077-4292-9CE9-B9F6B98C4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DA793-400B-4C91-9E24-469EB3B41A2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170692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BC87E-26FA-4F7C-8EA1-23CA6B5AF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11CA51-241F-4CDF-905F-E6ED1A830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6CE0A-69E2-4BF0-9EC8-7DDDA7592D9C}" type="datetimeFigureOut">
              <a:rPr lang="th-TH" smtClean="0"/>
              <a:t>22/10/68</a:t>
            </a:fld>
            <a:endParaRPr lang="th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C2AFC0-DA94-42EC-A30B-39A86D3BB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F4E89C-C408-429E-8CE3-2D0FB9509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DA793-400B-4C91-9E24-469EB3B41A2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433332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3868ED-BB9A-4999-A1AB-C00CCF0D7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6CE0A-69E2-4BF0-9EC8-7DDDA7592D9C}" type="datetimeFigureOut">
              <a:rPr lang="th-TH" smtClean="0"/>
              <a:t>22/10/68</a:t>
            </a:fld>
            <a:endParaRPr lang="th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AABF86-2009-40FD-9181-655D84386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0A0195-D7CB-49E3-9E60-D46CD804A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DA793-400B-4C91-9E24-469EB3B41A2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147918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563EB-10CD-4D18-983B-FC4D41F90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CB73F-9566-4A76-BB32-44530BEDB2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08209B-9062-427A-B9C1-46CC959B79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9464EC-ECB2-4505-A5A2-4FF23A633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6CE0A-69E2-4BF0-9EC8-7DDDA7592D9C}" type="datetimeFigureOut">
              <a:rPr lang="th-TH" smtClean="0"/>
              <a:t>22/10/68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36EC4D-ADD9-4D60-BFE1-2E619D311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C075D5-1331-4A15-AC25-1F5B6AF46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DA793-400B-4C91-9E24-469EB3B41A2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090931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4473C-28F5-479E-9C8F-D3A386C5C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3522F0-12B0-4F42-8C95-199724DD66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E84B9A-0E38-49E8-8BF2-6DB899DAA8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D67478-09BD-4683-BFB0-918BCE6EF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6CE0A-69E2-4BF0-9EC8-7DDDA7592D9C}" type="datetimeFigureOut">
              <a:rPr lang="th-TH" smtClean="0"/>
              <a:t>22/10/68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AE1481-5864-4515-8AA8-4CBE3DB15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07492A-3899-4510-A6EF-FD70FF6AF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DA793-400B-4C91-9E24-469EB3B41A2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987297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28B86-A614-4191-8DBE-79A8989A4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55635C-D1F7-4712-899F-197438F589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920625-5702-4090-85ED-9D6AE4EC1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6CE0A-69E2-4BF0-9EC8-7DDDA7592D9C}" type="datetimeFigureOut">
              <a:rPr lang="th-TH" smtClean="0"/>
              <a:t>22/10/68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868864-6EA2-4DAB-BBBB-269623365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E78696-F91C-4579-9021-6C4039C14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DA793-400B-4C91-9E24-469EB3B41A2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916680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9B4BDD-44C3-4A08-8A0E-AA48344106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EFD7A4-BE14-4FD9-BE22-2AFA2566E5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C05235-2507-4201-A03D-B00987538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6CE0A-69E2-4BF0-9EC8-7DDDA7592D9C}" type="datetimeFigureOut">
              <a:rPr lang="th-TH" smtClean="0"/>
              <a:t>22/10/68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C33035-366E-4AC2-8E0F-7C92EC449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793F93-D4E0-44EB-820D-2BC17357D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DA793-400B-4C91-9E24-469EB3B41A2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328740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DF5C7C-F488-47AD-9967-D9577F23D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F241E5-7B07-42AE-A482-14716E5E24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82AB4-0E8F-4A3E-9F2F-3D545560D6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56CE0A-69E2-4BF0-9EC8-7DDDA7592D9C}" type="datetimeFigureOut">
              <a:rPr lang="th-TH" smtClean="0"/>
              <a:t>22/10/68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D48463-A334-40E7-838D-20166677C6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2126D3-43EE-436E-B15A-F8363E6A60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2DA793-400B-4C91-9E24-469EB3B41A2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350987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810274-9F39-4EDE-AC2A-7C7B3D5E93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4742" y="2852026"/>
            <a:ext cx="2743583" cy="26102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9210EE3-BF10-489E-8D6C-4FF9279D7A27}"/>
              </a:ext>
            </a:extLst>
          </p:cNvPr>
          <p:cNvSpPr txBox="1"/>
          <p:nvPr/>
        </p:nvSpPr>
        <p:spPr>
          <a:xfrm>
            <a:off x="491066" y="1982056"/>
            <a:ext cx="1139613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"/>
            <a:r>
              <a:rPr lang="en-US" sz="9600" u="none" strike="noStrike" dirty="0">
                <a:effectLst/>
                <a:latin typeface="JasmineUPC" panose="02020603050405020304" pitchFamily="18" charset="-34"/>
                <a:cs typeface="JasmineUPC" panose="02020603050405020304" pitchFamily="18" charset="-34"/>
              </a:rPr>
              <a:t>JOB-07</a:t>
            </a:r>
            <a:r>
              <a:rPr lang="en-US" sz="9600" dirty="0">
                <a:solidFill>
                  <a:srgbClr val="000000"/>
                </a:solidFill>
                <a:latin typeface="JasmineUPC" panose="02020603050405020304" pitchFamily="18" charset="-34"/>
                <a:cs typeface="JasmineUPC" panose="02020603050405020304" pitchFamily="18" charset="-34"/>
              </a:rPr>
              <a:t>   </a:t>
            </a:r>
            <a:r>
              <a:rPr lang="en-US" sz="9600" u="none" strike="noStrike" dirty="0">
                <a:effectLst/>
                <a:latin typeface="JasmineUPC" panose="02020603050405020304" pitchFamily="18" charset="-34"/>
                <a:cs typeface="JasmineUPC" panose="02020603050405020304" pitchFamily="18" charset="-34"/>
              </a:rPr>
              <a:t>Inventory Transfer</a:t>
            </a:r>
            <a:endParaRPr lang="en-US" sz="9600" b="0" i="0" u="none" strike="noStrike" dirty="0">
              <a:solidFill>
                <a:srgbClr val="000000"/>
              </a:solidFill>
              <a:effectLst/>
              <a:latin typeface="JasmineUPC" panose="02020603050405020304" pitchFamily="18" charset="-34"/>
              <a:cs typeface="Jasmine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9916186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1542790"/>
              </p:ext>
            </p:extLst>
          </p:nvPr>
        </p:nvGraphicFramePr>
        <p:xfrm>
          <a:off x="1477433" y="667056"/>
          <a:ext cx="9237134" cy="5523888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583973">
                  <a:extLst>
                    <a:ext uri="{9D8B030D-6E8A-4147-A177-3AD203B41FA5}">
                      <a16:colId xmlns:a16="http://schemas.microsoft.com/office/drawing/2014/main" val="21687858"/>
                    </a:ext>
                  </a:extLst>
                </a:gridCol>
                <a:gridCol w="7653161">
                  <a:extLst>
                    <a:ext uri="{9D8B030D-6E8A-4147-A177-3AD203B41FA5}">
                      <a16:colId xmlns:a16="http://schemas.microsoft.com/office/drawing/2014/main" val="761548432"/>
                    </a:ext>
                  </a:extLst>
                </a:gridCol>
              </a:tblGrid>
              <a:tr h="743219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th-TH" sz="2000" dirty="0">
                          <a:solidFill>
                            <a:schemeClr val="tx1"/>
                          </a:solidFill>
                        </a:rPr>
                        <a:t>กระบวนการ (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Process)</a:t>
                      </a:r>
                      <a:endParaRPr lang="en-US" sz="2000" dirty="0">
                        <a:solidFill>
                          <a:schemeClr val="tx1"/>
                        </a:solidFill>
                        <a:latin typeface="Cordia New" panose="020B0304020202020204" pitchFamily="34" charset="-34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JOB-07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  </a:t>
                      </a:r>
                      <a:r>
                        <a:rPr lang="en-US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Inventory Transfer</a:t>
                      </a:r>
                      <a:r>
                        <a:rPr lang="th-TH" sz="2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   การโอนย้าย </a:t>
                      </a:r>
                      <a:r>
                        <a:rPr lang="th-TH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th-TH" sz="2000" baseline="0" dirty="0">
                          <a:solidFill>
                            <a:schemeClr val="tx1"/>
                          </a:solidFill>
                        </a:rPr>
                        <a:t>วัตถุดิบ 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th-TH" sz="20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WIP</a:t>
                      </a:r>
                      <a:r>
                        <a:rPr lang="th-TH" sz="2000" baseline="0" dirty="0">
                          <a:solidFill>
                            <a:schemeClr val="tx1"/>
                          </a:solidFill>
                        </a:rPr>
                        <a:t>ต้ม 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th-TH" sz="20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WIP</a:t>
                      </a:r>
                      <a:r>
                        <a:rPr lang="th-TH" sz="2000" baseline="0" dirty="0">
                          <a:solidFill>
                            <a:schemeClr val="tx1"/>
                          </a:solidFill>
                        </a:rPr>
                        <a:t>บรรจุ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  , FG  ,Reprocess 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JasmineUPC" panose="02020603050405020304" pitchFamily="18" charset="-34"/>
                        <a:cs typeface="JasmineUPC" panose="02020603050405020304" pitchFamily="18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6691132"/>
                  </a:ext>
                </a:extLst>
              </a:tr>
              <a:tr h="743219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th-TH" sz="2000" dirty="0">
                          <a:solidFill>
                            <a:schemeClr val="tx1"/>
                          </a:solidFill>
                        </a:rPr>
                        <a:t>ข้อมูลที่ต้องใช้</a:t>
                      </a:r>
                      <a:r>
                        <a:rPr lang="th-TH" sz="20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sz="2000" baseline="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th-TH" sz="2000" baseline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In put)</a:t>
                      </a:r>
                      <a:endParaRPr lang="en-US" sz="2000" i="0" dirty="0">
                        <a:solidFill>
                          <a:schemeClr val="tx1"/>
                        </a:solidFill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indent="-457200">
                        <a:buFont typeface="+mj-lt"/>
                        <a:buAutoNum type="arabicPeriod"/>
                      </a:pP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Cordia New" panose="020B0304020202020204" pitchFamily="34" charset="-34"/>
                          <a:cs typeface="+mn-cs"/>
                        </a:rPr>
                        <a:t>Part </a:t>
                      </a:r>
                      <a:r>
                        <a:rPr lang="th-TH" sz="2000" baseline="0" dirty="0">
                          <a:solidFill>
                            <a:schemeClr val="tx1"/>
                          </a:solidFill>
                          <a:latin typeface="Cordia New" panose="020B0304020202020204" pitchFamily="34" charset="-34"/>
                          <a:cs typeface="+mn-cs"/>
                        </a:rPr>
                        <a:t>และจำนวนที่ต้องการโอนย้ย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4712708"/>
                  </a:ext>
                </a:extLst>
              </a:tr>
              <a:tr h="1734178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3.</a:t>
                      </a:r>
                      <a:r>
                        <a:rPr lang="th-TH" sz="2000" baseline="0" dirty="0">
                          <a:solidFill>
                            <a:schemeClr val="tx1"/>
                          </a:solidFill>
                        </a:rPr>
                        <a:t> ขั้นตอนย่อย </a:t>
                      </a:r>
                      <a:endParaRPr lang="en-US" sz="2000" baseline="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th-TH" sz="2000" baseline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Sub process)</a:t>
                      </a:r>
                      <a:endParaRPr lang="en-US" sz="2000" i="0" dirty="0">
                        <a:solidFill>
                          <a:schemeClr val="tx1"/>
                        </a:solidFill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th-TH" sz="2000" baseline="0" dirty="0">
                          <a:solidFill>
                            <a:schemeClr val="tx1"/>
                          </a:solidFill>
                        </a:rPr>
                        <a:t>ใส่เลข 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Part</a:t>
                      </a:r>
                      <a:endParaRPr lang="th-TH" sz="200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buAutoNum type="arabicPeriod"/>
                      </a:pPr>
                      <a:r>
                        <a:rPr lang="th-TH" sz="2000" baseline="0" dirty="0">
                          <a:solidFill>
                            <a:schemeClr val="tx1"/>
                          </a:solidFill>
                        </a:rPr>
                        <a:t>เลือกวันที่ให้ตรงกับวันที่โอนย้าย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th-TH" sz="2000" baseline="0" dirty="0">
                          <a:solidFill>
                            <a:schemeClr val="tx1"/>
                          </a:solidFill>
                        </a:rPr>
                        <a:t>ใส่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WH  </a:t>
                      </a:r>
                      <a:r>
                        <a:rPr lang="th-TH" sz="20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Lot  Bin   </a:t>
                      </a:r>
                      <a:r>
                        <a:rPr lang="th-TH" sz="2000" baseline="0" dirty="0">
                          <a:solidFill>
                            <a:schemeClr val="tx1"/>
                          </a:solidFill>
                        </a:rPr>
                        <a:t>จำนวนที่ต้องการโอนย้าย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th-TH" sz="2000" baseline="0" dirty="0">
                          <a:solidFill>
                            <a:schemeClr val="tx1"/>
                          </a:solidFill>
                        </a:rPr>
                        <a:t>ใส่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WH  </a:t>
                      </a:r>
                      <a:r>
                        <a:rPr lang="th-TH" sz="20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Lot  Bin   </a:t>
                      </a:r>
                      <a:r>
                        <a:rPr lang="th-TH" sz="2000" baseline="0" dirty="0">
                          <a:solidFill>
                            <a:schemeClr val="tx1"/>
                          </a:solidFill>
                        </a:rPr>
                        <a:t>จำนวนที่ต้องโอนย้ายเข้า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th-TH" sz="2000" baseline="0" dirty="0">
                          <a:solidFill>
                            <a:schemeClr val="tx1"/>
                          </a:solidFill>
                        </a:rPr>
                        <a:t>เหตุผลในการโอนย้าย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6092378"/>
                  </a:ext>
                </a:extLst>
              </a:tr>
              <a:tr h="1073538">
                <a:tc>
                  <a:txBody>
                    <a:bodyPr/>
                    <a:lstStyle/>
                    <a:p>
                      <a:r>
                        <a:rPr lang="th-TH" sz="2000" dirty="0">
                          <a:solidFill>
                            <a:schemeClr val="tx1"/>
                          </a:solidFill>
                        </a:rPr>
                        <a:t>4. ความเสี่ยง </a:t>
                      </a:r>
                    </a:p>
                    <a:p>
                      <a:r>
                        <a:rPr lang="th-TH" sz="20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Risk)</a:t>
                      </a:r>
                      <a:endParaRPr lang="en-US" sz="2000" i="0" dirty="0">
                        <a:solidFill>
                          <a:schemeClr val="tx1"/>
                        </a:solidFill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indent="-457200">
                        <a:buFont typeface="+mj-lt"/>
                        <a:buAutoNum type="arabicPeriod"/>
                      </a:pPr>
                      <a:r>
                        <a:rPr lang="th-TH" sz="2000" baseline="0" dirty="0">
                          <a:solidFill>
                            <a:schemeClr val="tx1"/>
                          </a:solidFill>
                        </a:rPr>
                        <a:t>ใส่วันที่โอนย้ายผิด</a:t>
                      </a:r>
                    </a:p>
                    <a:p>
                      <a:pPr marL="457200" indent="-457200">
                        <a:buFont typeface="+mj-lt"/>
                        <a:buAutoNum type="arabicPeriod"/>
                      </a:pPr>
                      <a:r>
                        <a:rPr lang="th-TH" sz="2000" baseline="0" dirty="0">
                          <a:solidFill>
                            <a:schemeClr val="tx1"/>
                          </a:solidFill>
                        </a:rPr>
                        <a:t>เลือกคลังไม่ถูกต้อง</a:t>
                      </a:r>
                    </a:p>
                    <a:p>
                      <a:pPr marL="457200" indent="-457200">
                        <a:buFont typeface="+mj-lt"/>
                        <a:buAutoNum type="arabicPeriod"/>
                      </a:pPr>
                      <a:r>
                        <a:rPr lang="th-TH" sz="2000" baseline="0" dirty="0">
                          <a:solidFill>
                            <a:schemeClr val="tx1"/>
                          </a:solidFill>
                        </a:rPr>
                        <a:t>ใส่จำนวนผิด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9285334"/>
                  </a:ext>
                </a:extLst>
              </a:tr>
              <a:tr h="1229734">
                <a:tc>
                  <a:txBody>
                    <a:bodyPr/>
                    <a:lstStyle/>
                    <a:p>
                      <a:r>
                        <a:rPr lang="th-TH" sz="2000" dirty="0">
                          <a:solidFill>
                            <a:schemeClr val="tx1"/>
                          </a:solidFill>
                        </a:rPr>
                        <a:t>5. จุดควบคุม</a:t>
                      </a:r>
                    </a:p>
                    <a:p>
                      <a:r>
                        <a:rPr lang="th-TH" sz="2000" baseline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Control point)</a:t>
                      </a:r>
                      <a:endParaRPr lang="en-US" sz="2000" i="0" dirty="0">
                        <a:solidFill>
                          <a:schemeClr val="tx1"/>
                        </a:solidFill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indent="-457200">
                        <a:buAutoNum type="arabicPeriod"/>
                      </a:pPr>
                      <a:r>
                        <a:rPr lang="th-TH" sz="2000" baseline="0" dirty="0">
                          <a:solidFill>
                            <a:schemeClr val="tx1"/>
                          </a:solidFill>
                        </a:rPr>
                        <a:t>วันที่ ที่ทำการโอนย้าย</a:t>
                      </a:r>
                    </a:p>
                    <a:p>
                      <a:pPr marL="457200" marR="0" lvl="0" indent="-4572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th-TH" sz="2000" baseline="0" dirty="0">
                          <a:solidFill>
                            <a:schemeClr val="tx1"/>
                          </a:solidFill>
                        </a:rPr>
                        <a:t>จำนวน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  WH  </a:t>
                      </a:r>
                      <a:r>
                        <a:rPr lang="th-TH" sz="20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Lot  Bin   </a:t>
                      </a:r>
                      <a:r>
                        <a:rPr lang="th-TH" sz="2000" baseline="0" dirty="0">
                          <a:solidFill>
                            <a:schemeClr val="tx1"/>
                          </a:solidFill>
                        </a:rPr>
                        <a:t>ที่ต้องการโอนย้าย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7145266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E1D0BC2C-38A3-439E-AB4A-5D41FDFD4B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5809" y="3877733"/>
            <a:ext cx="2099925" cy="2313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477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B58854-682A-4A2D-B9C2-E72B6EAE7D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734" y="1231215"/>
            <a:ext cx="4648200" cy="501112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D2A1B95-F2BB-4F73-9953-248B9B5549A1}"/>
              </a:ext>
            </a:extLst>
          </p:cNvPr>
          <p:cNvSpPr/>
          <p:nvPr/>
        </p:nvSpPr>
        <p:spPr>
          <a:xfrm>
            <a:off x="1134534" y="2438400"/>
            <a:ext cx="2031999" cy="46738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560481-FE44-46AE-8246-358F57434A12}"/>
              </a:ext>
            </a:extLst>
          </p:cNvPr>
          <p:cNvSpPr txBox="1"/>
          <p:nvPr/>
        </p:nvSpPr>
        <p:spPr>
          <a:xfrm>
            <a:off x="5554132" y="2890560"/>
            <a:ext cx="550333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"/>
            <a:r>
              <a:rPr lang="th-TH" sz="4800" dirty="0">
                <a:latin typeface="IrisUPC" panose="020B0604020202020204" pitchFamily="34" charset="-34"/>
                <a:cs typeface="IrisUPC" panose="020B0604020202020204" pitchFamily="34" charset="-34"/>
              </a:rPr>
              <a:t>เลือกเมนู  </a:t>
            </a:r>
            <a:r>
              <a:rPr lang="en-US" sz="4800" u="none" strike="noStrike" dirty="0">
                <a:effectLst/>
                <a:latin typeface="IrisUPC" panose="020B0604020202020204" pitchFamily="34" charset="-34"/>
                <a:cs typeface="IrisUPC" panose="020B0604020202020204" pitchFamily="34" charset="-34"/>
              </a:rPr>
              <a:t>Inventory Transfer</a:t>
            </a:r>
            <a:endParaRPr lang="en-US" sz="4800" b="0" i="0" u="none" strike="noStrike" dirty="0">
              <a:solidFill>
                <a:srgbClr val="000000"/>
              </a:solidFill>
              <a:effectLst/>
              <a:latin typeface="IrisUPC" panose="020B0604020202020204" pitchFamily="34" charset="-34"/>
              <a:cs typeface="IrisUPC" panose="020B0604020202020204" pitchFamily="34" charset="-34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4B2D9F-E124-43D8-BD89-98732544D1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208" y="3800293"/>
            <a:ext cx="2743583" cy="2610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291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B40552-6B07-4771-B292-D62F53C561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293" y="1662489"/>
            <a:ext cx="11689413" cy="445891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58AF6A8-E37A-47B6-BBA2-714C89D356E7}"/>
              </a:ext>
            </a:extLst>
          </p:cNvPr>
          <p:cNvSpPr txBox="1"/>
          <p:nvPr/>
        </p:nvSpPr>
        <p:spPr>
          <a:xfrm>
            <a:off x="395372" y="570478"/>
            <a:ext cx="81455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หน้าจอที่แสดงผล  เมื่อเข้าเมนู   </a:t>
            </a:r>
            <a:r>
              <a:rPr lang="en-US" sz="2800" u="none" strike="noStrike" dirty="0">
                <a:effectLst/>
                <a:latin typeface="IrisUPC" panose="020B0604020202020204" pitchFamily="34" charset="-34"/>
                <a:cs typeface="IrisUPC" panose="020B0604020202020204" pitchFamily="34" charset="-34"/>
              </a:rPr>
              <a:t>Inventory Transfer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6488251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D538226-B0E7-4B09-812D-7E8A869475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8002" y="4385733"/>
            <a:ext cx="2473998" cy="235373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11F2160-98D2-4407-B75B-2E246345FF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557" y="1361420"/>
            <a:ext cx="10040751" cy="331516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477B9FA-E13B-403E-837D-6E4BCF82357B}"/>
              </a:ext>
            </a:extLst>
          </p:cNvPr>
          <p:cNvSpPr/>
          <p:nvPr/>
        </p:nvSpPr>
        <p:spPr>
          <a:xfrm>
            <a:off x="2904067" y="3107267"/>
            <a:ext cx="3454400" cy="4318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EDB808-8AF8-4B20-B03C-E3D42E352D11}"/>
              </a:ext>
            </a:extLst>
          </p:cNvPr>
          <p:cNvSpPr txBox="1"/>
          <p:nvPr/>
        </p:nvSpPr>
        <p:spPr>
          <a:xfrm>
            <a:off x="1329267" y="838200"/>
            <a:ext cx="53424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ใส่เลข </a:t>
            </a:r>
            <a:r>
              <a:rPr lang="en-US" dirty="0"/>
              <a:t>Part </a:t>
            </a:r>
            <a:r>
              <a:rPr lang="th-TH" dirty="0"/>
              <a:t>     แล้วกด </a:t>
            </a:r>
            <a:r>
              <a:rPr lang="en-US" dirty="0"/>
              <a:t>Tab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435030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E198DCA-F00F-4ACB-934E-36669EFE8A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4675" y="4181766"/>
            <a:ext cx="2743583" cy="261021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6E11BB6-5029-425F-A8EC-A1156EBF9A2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9058" b="17161"/>
          <a:stretch/>
        </p:blipFill>
        <p:spPr>
          <a:xfrm>
            <a:off x="719667" y="1003300"/>
            <a:ext cx="8881533" cy="568113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A9E5639-AD66-4FE9-8651-52ADEE1510AA}"/>
              </a:ext>
            </a:extLst>
          </p:cNvPr>
          <p:cNvSpPr txBox="1"/>
          <p:nvPr/>
        </p:nvSpPr>
        <p:spPr>
          <a:xfrm>
            <a:off x="956733" y="372533"/>
            <a:ext cx="44280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หน้าจอแสดงเมื่อเราทำการกด </a:t>
            </a:r>
            <a:r>
              <a:rPr lang="en-US" dirty="0"/>
              <a:t>Tab  </a:t>
            </a:r>
            <a:r>
              <a:rPr lang="th-TH" dirty="0"/>
              <a:t>แล้ว</a:t>
            </a:r>
          </a:p>
        </p:txBody>
      </p:sp>
    </p:spTree>
    <p:extLst>
      <p:ext uri="{BB962C8B-B14F-4D97-AF65-F5344CB8AC3E}">
        <p14:creationId xmlns:p14="http://schemas.microsoft.com/office/powerpoint/2010/main" val="21285279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037B12-3F1E-426A-8D06-8E9E420AD27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7986" b="33827"/>
          <a:stretch/>
        </p:blipFill>
        <p:spPr>
          <a:xfrm>
            <a:off x="392641" y="499535"/>
            <a:ext cx="7134225" cy="51054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846F2F0-1358-486C-B3D0-418C17E5C80C}"/>
              </a:ext>
            </a:extLst>
          </p:cNvPr>
          <p:cNvSpPr txBox="1"/>
          <p:nvPr/>
        </p:nvSpPr>
        <p:spPr>
          <a:xfrm>
            <a:off x="7853892" y="1490133"/>
            <a:ext cx="394546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Form Location</a:t>
            </a:r>
          </a:p>
          <a:p>
            <a:endParaRPr lang="th-TH" dirty="0"/>
          </a:p>
          <a:p>
            <a:r>
              <a:rPr lang="th-TH" dirty="0"/>
              <a:t>เลือก </a:t>
            </a:r>
            <a:r>
              <a:rPr lang="en-US" dirty="0"/>
              <a:t>Warehouse </a:t>
            </a:r>
            <a:endParaRPr lang="th-TH" dirty="0"/>
          </a:p>
          <a:p>
            <a:r>
              <a:rPr lang="th-TH" dirty="0"/>
              <a:t>ที่ </a:t>
            </a:r>
            <a:r>
              <a:rPr lang="en-US" dirty="0"/>
              <a:t>part </a:t>
            </a:r>
            <a:r>
              <a:rPr lang="th-TH" dirty="0"/>
              <a:t>ที่ต้องการโอนย้ายมีของอยู่</a:t>
            </a:r>
            <a:r>
              <a:rPr lang="en-US" dirty="0"/>
              <a:t> </a:t>
            </a:r>
            <a:endParaRPr lang="th-TH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CF6CCF-5329-43A8-9066-D857C50A6F25}"/>
              </a:ext>
            </a:extLst>
          </p:cNvPr>
          <p:cNvSpPr/>
          <p:nvPr/>
        </p:nvSpPr>
        <p:spPr>
          <a:xfrm>
            <a:off x="2015067" y="2997200"/>
            <a:ext cx="3522133" cy="14816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AE0B95C-2589-4810-9C9F-D201BA3D97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7009" y="4247786"/>
            <a:ext cx="2743583" cy="2610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5387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0CD58F-9C89-4490-82AB-9ED86B8D4FB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8889" b="4782"/>
          <a:stretch/>
        </p:blipFill>
        <p:spPr>
          <a:xfrm>
            <a:off x="174475" y="338667"/>
            <a:ext cx="7834991" cy="590126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EAD7442-25C5-4EAA-8766-9A132FAC1179}"/>
              </a:ext>
            </a:extLst>
          </p:cNvPr>
          <p:cNvSpPr/>
          <p:nvPr/>
        </p:nvSpPr>
        <p:spPr>
          <a:xfrm>
            <a:off x="1490133" y="2565400"/>
            <a:ext cx="1413934" cy="203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4259E8-F145-48ED-8F39-EE83C9FA489F}"/>
              </a:ext>
            </a:extLst>
          </p:cNvPr>
          <p:cNvSpPr/>
          <p:nvPr/>
        </p:nvSpPr>
        <p:spPr>
          <a:xfrm>
            <a:off x="4207933" y="1769533"/>
            <a:ext cx="2921000" cy="2667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3A7AE9-98C3-4244-9F5B-82124458E157}"/>
              </a:ext>
            </a:extLst>
          </p:cNvPr>
          <p:cNvSpPr/>
          <p:nvPr/>
        </p:nvSpPr>
        <p:spPr>
          <a:xfrm>
            <a:off x="4131732" y="5935133"/>
            <a:ext cx="783167" cy="1778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40344C-8F4C-4921-A8C2-090180C6A694}"/>
              </a:ext>
            </a:extLst>
          </p:cNvPr>
          <p:cNvSpPr txBox="1"/>
          <p:nvPr/>
        </p:nvSpPr>
        <p:spPr>
          <a:xfrm>
            <a:off x="8085666" y="3166533"/>
            <a:ext cx="39454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เลือก </a:t>
            </a:r>
            <a:r>
              <a:rPr lang="en-US" dirty="0"/>
              <a:t>Lot </a:t>
            </a:r>
            <a:r>
              <a:rPr lang="th-TH" dirty="0"/>
              <a:t>ที่ต้องการโอนย้าย  </a:t>
            </a:r>
          </a:p>
          <a:p>
            <a:r>
              <a:rPr lang="th-TH" dirty="0"/>
              <a:t>แล้วกด </a:t>
            </a:r>
            <a:r>
              <a:rPr lang="en-US" dirty="0"/>
              <a:t>OK</a:t>
            </a:r>
            <a:endParaRPr lang="th-TH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8F1BA19-0D3B-4DAC-99F5-DE324AC4B0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3942" y="4120640"/>
            <a:ext cx="2743583" cy="2610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1328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AD8897-C46F-4FC8-9ED1-CBF14A7826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1111" b="31482"/>
          <a:stretch/>
        </p:blipFill>
        <p:spPr>
          <a:xfrm>
            <a:off x="59267" y="922867"/>
            <a:ext cx="8398933" cy="4699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D1EF17F-E470-48CA-818F-0A5C49CD99B0}"/>
              </a:ext>
            </a:extLst>
          </p:cNvPr>
          <p:cNvSpPr/>
          <p:nvPr/>
        </p:nvSpPr>
        <p:spPr>
          <a:xfrm>
            <a:off x="1447800" y="3589867"/>
            <a:ext cx="1413934" cy="203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8DB394-4529-4059-952D-FBB2EE8EDE73}"/>
              </a:ext>
            </a:extLst>
          </p:cNvPr>
          <p:cNvSpPr/>
          <p:nvPr/>
        </p:nvSpPr>
        <p:spPr>
          <a:xfrm>
            <a:off x="4377266" y="2497667"/>
            <a:ext cx="3479801" cy="49953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CC8038-ECB9-4814-8CEA-F7C26FDD1881}"/>
              </a:ext>
            </a:extLst>
          </p:cNvPr>
          <p:cNvSpPr/>
          <p:nvPr/>
        </p:nvSpPr>
        <p:spPr>
          <a:xfrm>
            <a:off x="4377265" y="3759201"/>
            <a:ext cx="706967" cy="203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6106BD-0387-4AE2-9C25-19D3A5920838}"/>
              </a:ext>
            </a:extLst>
          </p:cNvPr>
          <p:cNvSpPr txBox="1"/>
          <p:nvPr/>
        </p:nvSpPr>
        <p:spPr>
          <a:xfrm>
            <a:off x="8830732" y="3112813"/>
            <a:ext cx="330200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เลือก </a:t>
            </a:r>
            <a:r>
              <a:rPr lang="en-US" dirty="0"/>
              <a:t>Bin </a:t>
            </a:r>
            <a:r>
              <a:rPr lang="th-TH" dirty="0"/>
              <a:t>ที่ต้องการโอนย้าย  </a:t>
            </a:r>
          </a:p>
          <a:p>
            <a:r>
              <a:rPr lang="th-TH" dirty="0"/>
              <a:t>แล้วกด </a:t>
            </a:r>
            <a:r>
              <a:rPr lang="en-US" dirty="0"/>
              <a:t>OK</a:t>
            </a:r>
            <a:endParaRPr lang="th-TH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A9D5529-0983-4F5D-AA72-358FF00D9F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417" y="4066920"/>
            <a:ext cx="2743583" cy="2610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7423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5FEAF7-6C93-43CD-898E-D94F2AC945D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1806" b="29630"/>
          <a:stretch/>
        </p:blipFill>
        <p:spPr>
          <a:xfrm>
            <a:off x="225245" y="423333"/>
            <a:ext cx="7555624" cy="513926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8E86E1F-7CE3-4C6D-8689-94A8BE73FB52}"/>
              </a:ext>
            </a:extLst>
          </p:cNvPr>
          <p:cNvSpPr txBox="1"/>
          <p:nvPr/>
        </p:nvSpPr>
        <p:spPr>
          <a:xfrm>
            <a:off x="7916333" y="1684866"/>
            <a:ext cx="394546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 Location</a:t>
            </a:r>
          </a:p>
          <a:p>
            <a:endParaRPr lang="th-TH" dirty="0"/>
          </a:p>
          <a:p>
            <a:r>
              <a:rPr lang="th-TH" dirty="0"/>
              <a:t>เลือก </a:t>
            </a:r>
            <a:r>
              <a:rPr lang="en-US" dirty="0"/>
              <a:t>Warehouse </a:t>
            </a:r>
            <a:endParaRPr lang="th-TH" dirty="0"/>
          </a:p>
          <a:p>
            <a:r>
              <a:rPr lang="th-TH" dirty="0"/>
              <a:t>สำหรับการโอนย้าย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1465FE-4EBC-4FA7-9945-C92F1D4D40FF}"/>
              </a:ext>
            </a:extLst>
          </p:cNvPr>
          <p:cNvSpPr/>
          <p:nvPr/>
        </p:nvSpPr>
        <p:spPr>
          <a:xfrm>
            <a:off x="1769534" y="3500748"/>
            <a:ext cx="3522133" cy="14816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9FB33A-FB71-4D95-9EF4-E95934BE0F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3172" y="3368493"/>
            <a:ext cx="2743583" cy="2610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035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5FBAAE-ACA2-4D8C-8EF7-28A521FA084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3056" b="5845"/>
          <a:stretch/>
        </p:blipFill>
        <p:spPr>
          <a:xfrm>
            <a:off x="177799" y="172253"/>
            <a:ext cx="8161867" cy="645714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E98C6E0-A386-4B86-AA24-CD15BF4AFB43}"/>
              </a:ext>
            </a:extLst>
          </p:cNvPr>
          <p:cNvSpPr txBox="1"/>
          <p:nvPr/>
        </p:nvSpPr>
        <p:spPr>
          <a:xfrm>
            <a:off x="8339666" y="3124200"/>
            <a:ext cx="36152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เลือก </a:t>
            </a:r>
            <a:r>
              <a:rPr lang="en-US" dirty="0"/>
              <a:t>Lot </a:t>
            </a:r>
            <a:r>
              <a:rPr lang="th-TH" dirty="0"/>
              <a:t>ที่ต้องการโอนย้าย  </a:t>
            </a:r>
          </a:p>
          <a:p>
            <a:r>
              <a:rPr lang="th-TH" dirty="0"/>
              <a:t>แล้วกด </a:t>
            </a:r>
            <a:r>
              <a:rPr lang="en-US" dirty="0"/>
              <a:t>OK</a:t>
            </a:r>
            <a:endParaRPr lang="th-TH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8DC1F20-1D10-4A6B-AEDD-E1EC16F7FFBF}"/>
              </a:ext>
            </a:extLst>
          </p:cNvPr>
          <p:cNvSpPr/>
          <p:nvPr/>
        </p:nvSpPr>
        <p:spPr>
          <a:xfrm>
            <a:off x="1699682" y="3327400"/>
            <a:ext cx="1413934" cy="203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6C87DB-529F-4229-BD6D-CA748E214612}"/>
              </a:ext>
            </a:extLst>
          </p:cNvPr>
          <p:cNvSpPr/>
          <p:nvPr/>
        </p:nvSpPr>
        <p:spPr>
          <a:xfrm>
            <a:off x="4635499" y="1790699"/>
            <a:ext cx="3323167" cy="289136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97FB24-C2C8-4478-92CA-E7B40626DA98}"/>
              </a:ext>
            </a:extLst>
          </p:cNvPr>
          <p:cNvSpPr/>
          <p:nvPr/>
        </p:nvSpPr>
        <p:spPr>
          <a:xfrm>
            <a:off x="4529665" y="6383867"/>
            <a:ext cx="783167" cy="1778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C5DC98-E90B-420A-AA59-9A3B8FC530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5475" y="4078307"/>
            <a:ext cx="2743583" cy="2610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987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F49BAB-2546-4074-A6F3-C8C17525320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2708" b="28766"/>
          <a:stretch/>
        </p:blipFill>
        <p:spPr>
          <a:xfrm>
            <a:off x="104540" y="452966"/>
            <a:ext cx="8545449" cy="508846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BF3CD54-3687-402E-9DFF-D5CFC3D9170B}"/>
              </a:ext>
            </a:extLst>
          </p:cNvPr>
          <p:cNvSpPr txBox="1"/>
          <p:nvPr/>
        </p:nvSpPr>
        <p:spPr>
          <a:xfrm>
            <a:off x="8785458" y="1808947"/>
            <a:ext cx="330200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เลือก </a:t>
            </a:r>
            <a:r>
              <a:rPr lang="en-US" dirty="0"/>
              <a:t>Bin </a:t>
            </a:r>
            <a:r>
              <a:rPr lang="th-TH" dirty="0"/>
              <a:t>ที่ต้องการโอนย้าย  </a:t>
            </a:r>
          </a:p>
          <a:p>
            <a:r>
              <a:rPr lang="th-TH" dirty="0"/>
              <a:t>แล้วกด </a:t>
            </a:r>
            <a:r>
              <a:rPr lang="en-US" dirty="0"/>
              <a:t>OK</a:t>
            </a:r>
            <a:endParaRPr lang="th-TH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B709C3-D767-491C-B5C9-6B70BC19DC71}"/>
              </a:ext>
            </a:extLst>
          </p:cNvPr>
          <p:cNvSpPr/>
          <p:nvPr/>
        </p:nvSpPr>
        <p:spPr>
          <a:xfrm>
            <a:off x="1608667" y="3886200"/>
            <a:ext cx="1413934" cy="28494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CB60A0-F71D-45A2-A3A4-40555B7A3610}"/>
              </a:ext>
            </a:extLst>
          </p:cNvPr>
          <p:cNvSpPr/>
          <p:nvPr/>
        </p:nvSpPr>
        <p:spPr>
          <a:xfrm>
            <a:off x="4730748" y="2180169"/>
            <a:ext cx="3479801" cy="49953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1215D0-FF5E-4024-ABD5-E763AA6838E8}"/>
              </a:ext>
            </a:extLst>
          </p:cNvPr>
          <p:cNvSpPr/>
          <p:nvPr/>
        </p:nvSpPr>
        <p:spPr>
          <a:xfrm>
            <a:off x="4622798" y="3386667"/>
            <a:ext cx="706967" cy="203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2C0FD8C-3A98-4248-9314-EF3917EB89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9808" y="4094947"/>
            <a:ext cx="2743583" cy="2610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3244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B597EA-B9FA-4876-8BFA-3F299C0937F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766"/>
          <a:stretch/>
        </p:blipFill>
        <p:spPr>
          <a:xfrm>
            <a:off x="197712" y="160866"/>
            <a:ext cx="10797510" cy="625686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0610426-05C3-4AB2-B197-95596AD1D832}"/>
              </a:ext>
            </a:extLst>
          </p:cNvPr>
          <p:cNvSpPr/>
          <p:nvPr/>
        </p:nvSpPr>
        <p:spPr>
          <a:xfrm>
            <a:off x="2683933" y="2878667"/>
            <a:ext cx="2819400" cy="3556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57B3E3-8E89-4E03-AF2D-FEB8C4C5A1BF}"/>
              </a:ext>
            </a:extLst>
          </p:cNvPr>
          <p:cNvSpPr/>
          <p:nvPr/>
        </p:nvSpPr>
        <p:spPr>
          <a:xfrm>
            <a:off x="2777067" y="5156200"/>
            <a:ext cx="2819400" cy="3556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8DA8E4-946B-44A0-82D8-9DE74C869AF3}"/>
              </a:ext>
            </a:extLst>
          </p:cNvPr>
          <p:cNvSpPr/>
          <p:nvPr/>
        </p:nvSpPr>
        <p:spPr>
          <a:xfrm>
            <a:off x="2192866" y="5994401"/>
            <a:ext cx="1261534" cy="3556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26BA6E4-C5B2-4404-8A07-ACECCDF6AFD1}"/>
              </a:ext>
            </a:extLst>
          </p:cNvPr>
          <p:cNvSpPr/>
          <p:nvPr/>
        </p:nvSpPr>
        <p:spPr>
          <a:xfrm>
            <a:off x="5596467" y="2667000"/>
            <a:ext cx="1566333" cy="56726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tx1"/>
                </a:solidFill>
              </a:rPr>
              <a:t>ใส่จำนวน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02D6023-6C87-426F-AE45-185EC9A33C00}"/>
              </a:ext>
            </a:extLst>
          </p:cNvPr>
          <p:cNvSpPr/>
          <p:nvPr/>
        </p:nvSpPr>
        <p:spPr>
          <a:xfrm>
            <a:off x="5596467" y="4944533"/>
            <a:ext cx="1566333" cy="56726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tx1"/>
                </a:solidFill>
              </a:rPr>
              <a:t>ใส่เหตุผล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8C1322C-20A7-40A4-8214-52FF75B13C8F}"/>
              </a:ext>
            </a:extLst>
          </p:cNvPr>
          <p:cNvSpPr/>
          <p:nvPr/>
        </p:nvSpPr>
        <p:spPr>
          <a:xfrm>
            <a:off x="643467" y="5994401"/>
            <a:ext cx="1464733" cy="3556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</a:rPr>
              <a:t>กด </a:t>
            </a:r>
            <a:r>
              <a:rPr lang="en-US" sz="2000" dirty="0">
                <a:solidFill>
                  <a:schemeClr val="tx1"/>
                </a:solidFill>
              </a:rPr>
              <a:t>Transfer</a:t>
            </a:r>
            <a:endParaRPr lang="th-TH" sz="2000" dirty="0">
              <a:solidFill>
                <a:schemeClr val="tx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1C6D6EE-2891-492A-9983-5DBF3F2F65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905" y="4086920"/>
            <a:ext cx="2743583" cy="2610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8761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203</Words>
  <Application>Microsoft Office PowerPoint</Application>
  <PresentationFormat>Widescreen</PresentationFormat>
  <Paragraphs>46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Cordia New</vt:lpstr>
      <vt:lpstr>IrisUPC</vt:lpstr>
      <vt:lpstr>JasmineUPC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Sirikanda Nakjakha</dc:creator>
  <cp:lastModifiedBy>Phiraiwan Wangkam</cp:lastModifiedBy>
  <cp:revision>7</cp:revision>
  <dcterms:created xsi:type="dcterms:W3CDTF">2025-10-19T06:19:26Z</dcterms:created>
  <dcterms:modified xsi:type="dcterms:W3CDTF">2025-10-22T07:38:55Z</dcterms:modified>
</cp:coreProperties>
</file>