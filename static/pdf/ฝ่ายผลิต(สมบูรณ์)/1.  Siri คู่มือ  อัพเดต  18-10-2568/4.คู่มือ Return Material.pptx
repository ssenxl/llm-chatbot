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36" r:id="rId2"/>
    <p:sldId id="349" r:id="rId3"/>
    <p:sldId id="331" r:id="rId4"/>
    <p:sldId id="343" r:id="rId5"/>
    <p:sldId id="332" r:id="rId6"/>
    <p:sldId id="344" r:id="rId7"/>
    <p:sldId id="333" r:id="rId8"/>
    <p:sldId id="334" r:id="rId9"/>
    <p:sldId id="335" r:id="rId10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2C1223-7234-4688-83B7-D7BB15C4A0FA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E0A602-4C62-4109-9853-84F043A8F6E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7408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A6ECCF-E18F-4DC3-8D9A-A0B288EE07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25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214C2-5FFE-4E1D-8F69-A197CE6548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7E7666-D7EF-4427-B710-5906C8CCC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17B39-F3C2-4836-BBB6-B14BEF707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8C416-5AB8-438E-ABA9-05917175B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CEC60-B8A6-44A3-9D8B-500E62EE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19105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5E48-88BB-41C4-8969-BFB062F1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1F1D-2898-4E7D-9D1E-6A11CE6E7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F6D5CB-FCC5-4872-AFEC-B23ECE8E4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CA24B-2090-48AA-8437-8F9EA0369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65A21-28B4-4D1A-B5B6-018D82579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93533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0D1BA-4B7E-4EA0-A6CE-811E328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4C7A-CC0D-4F3E-B5F2-F0067EF99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F0A16-A787-4230-82AE-6F4A0A7F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22536-379A-4342-980F-A73F1ABC7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ABE94-13C9-4AB0-9B63-73324678C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67270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BF5E5-0F40-4F9E-9CE2-5C33FAF45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6AE95-17D4-4845-803B-2D2D139C8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840D6-271D-44D4-90DC-E3C67C663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576B5-AA34-4E16-8A8B-629DADDB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06A98-27B8-4872-BB0C-1A9B275A9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0B1A13-0336-45DB-8BEC-E6436CB77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51916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16C1-BEEC-4659-88F8-9E22EBD6C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51991-61A6-4058-A7EF-E88C88589F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C191B-1469-4F94-8347-A2F4814A6A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670933-3125-4480-8B44-F5E1378EB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47D812-8BD8-446B-A222-920DEAD4EA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D1BA73-2C4B-49D4-A3A3-B7AC8D87E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DE066-9E89-4831-889F-16337CFD6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A39FB4-F263-41D2-82EF-78629DB6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95785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C2FE-B734-40BB-A22D-FD0EC201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DFD634-71D4-481A-B014-EAD3BE68A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B54D90-F9A1-496A-916D-D71F10B46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2DB32-7BE3-43F1-A125-6243146D2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34343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33A93-7CA6-4583-AF14-2CAC39934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AD0595-C73C-48DD-B2B9-D99755C6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8BF58-34F9-428E-AC40-179434CB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320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3165-9F1A-4227-AFB4-6B0F6A7F4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02EE3-E4CB-433C-B646-FA350603D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3E651-8140-4548-9848-591C1F4AE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F845F-4F41-4C63-AB56-499A9FD3B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8D34E-C2F2-4CBE-84BE-80B9ABC58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6A123-57C2-4401-BFD8-669EE700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627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A7DC6-22EF-422A-A3D8-F356DACC8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6C1F7F-5F33-4469-8681-D6FA31314A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76C57-0640-4638-A139-284C378FCD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F168E-7ABC-42B4-8484-FC0F52DD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20E71-E9AB-485C-851E-2118F299B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19B64-E182-4DCE-89CE-D4EC7972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278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792B-3969-49BB-BA0A-438086D0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C3D9E6-77F8-4A13-9C2C-1FDEC8C374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AA249-9BB1-4BCB-BDF6-23BC407D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5ED1A-AA71-4E7A-AC90-5D84019A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2168E-7A0D-4AE7-8911-29CFA5AB4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1393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CB6E16-1848-4E78-8307-9CCFCF68E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535BC-45D6-4FFC-AE27-146F9CBB1C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EA5AA-D857-4828-86B3-2582D965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027667-2BC0-47E1-BCA4-1F05B688A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3659FD-09AA-4863-8338-FD0861125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64602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6DA735-FDFC-4138-A77F-F9096FEF6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350DC-CA00-4097-A62E-1765ABE6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47745-D4E4-4332-927F-40AE302A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41EDB-5270-413F-89BB-5ABF6FAFFE22}" type="datetimeFigureOut">
              <a:rPr lang="th-TH" smtClean="0"/>
              <a:t>22/10/68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004C5-A516-4C07-AA62-552E1E62F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C12B8-63BE-4CF7-A6A4-B9F5FAB96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7B92D-6EF8-4731-B95A-2E81D12B62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30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20414" y="3600377"/>
            <a:ext cx="1135117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13800" b="1" dirty="0">
                <a:ln w="13462">
                  <a:solidFill>
                    <a:srgbClr val="FF0000"/>
                  </a:solidFill>
                  <a:prstDash val="solid"/>
                </a:ln>
                <a:solidFill>
                  <a:srgbClr val="C0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JasmineUPC" panose="02020603050405020304" pitchFamily="18" charset="-34"/>
                <a:cs typeface="JasmineUPC" panose="02020603050405020304" pitchFamily="18" charset="-34"/>
              </a:rPr>
              <a:t>การคืนวัตถุดิบ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84DFBC-4B6C-4226-88A0-7307124F6E48}"/>
              </a:ext>
            </a:extLst>
          </p:cNvPr>
          <p:cNvSpPr txBox="1"/>
          <p:nvPr/>
        </p:nvSpPr>
        <p:spPr>
          <a:xfrm>
            <a:off x="84667" y="1220057"/>
            <a:ext cx="119718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u="none" strike="noStrike" dirty="0">
                <a:solidFill>
                  <a:schemeClr val="tx1"/>
                </a:solidFill>
                <a:effectLst/>
              </a:rPr>
              <a:t>JOB-04  </a:t>
            </a:r>
            <a:r>
              <a:rPr lang="en-US" sz="6000" dirty="0">
                <a:solidFill>
                  <a:schemeClr val="tx1"/>
                </a:solidFill>
              </a:rPr>
              <a:t>Return</a:t>
            </a:r>
            <a:r>
              <a:rPr lang="en-US" sz="6000" u="none" strike="noStrike" dirty="0">
                <a:solidFill>
                  <a:schemeClr val="tx1"/>
                </a:solidFill>
                <a:effectLst/>
              </a:rPr>
              <a:t> Material to Job </a:t>
            </a:r>
            <a:endParaRPr lang="th-TH" sz="6000" dirty="0"/>
          </a:p>
        </p:txBody>
      </p:sp>
    </p:spTree>
    <p:extLst>
      <p:ext uri="{BB962C8B-B14F-4D97-AF65-F5344CB8AC3E}">
        <p14:creationId xmlns:p14="http://schemas.microsoft.com/office/powerpoint/2010/main" val="427004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342186"/>
              </p:ext>
            </p:extLst>
          </p:nvPr>
        </p:nvGraphicFramePr>
        <p:xfrm>
          <a:off x="237067" y="321733"/>
          <a:ext cx="11607799" cy="62137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9049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617307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7196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กระบวนการ 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Process)</a:t>
                      </a:r>
                      <a:endParaRPr lang="en-US" sz="240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JOB-04  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Return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Material to Job 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การคืน 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เข้า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Job</a:t>
                      </a:r>
                      <a:endParaRPr lang="en-US" sz="2400" u="none" strike="noStrike" dirty="0">
                        <a:solidFill>
                          <a:schemeClr val="tx1"/>
                        </a:solidFill>
                        <a:effectLst/>
                        <a:latin typeface="JasmineUPC" panose="02020603050405020304" pitchFamily="18" charset="-34"/>
                        <a:cs typeface="JasmineUPC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73490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2.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ข้อมูลที่ต้องใช้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In put)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/>
                        <a:t>ใบสั่งผลิต  เตรียมวัตถุดิบ  ต้ม  บรรจุ  ติดฉลาก</a:t>
                      </a:r>
                      <a:endParaRPr lang="th-TH" sz="2400" baseline="0" dirty="0"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485919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ขั้นตอนย่อย </a:t>
                      </a:r>
                      <a:endParaRPr lang="en-US" sz="2400" baseline="0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Sub process)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เขียนจำนวน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</a:t>
                      </a:r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ที่ใช้งานลงใน</a:t>
                      </a:r>
                      <a:r>
                        <a:rPr lang="th-TH" sz="2400" baseline="0" dirty="0"/>
                        <a:t>ใบสั่งผลิตให้ถูกต้อง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ใส่เลข </a:t>
                      </a:r>
                      <a:r>
                        <a:rPr lang="en-US" sz="2400" baseline="0" dirty="0"/>
                        <a:t>Job </a:t>
                      </a:r>
                      <a:r>
                        <a:rPr lang="th-TH" sz="2400" baseline="0" dirty="0"/>
                        <a:t>ที่ต้องการคืน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เลือกวันที่ให้ตรงกับวันที่เร้าองการคืน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เลือกรายการที้องการคืน ใส่จำนวนที้องการคืน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400" baseline="0" dirty="0"/>
                        <a:t>เลือก </a:t>
                      </a:r>
                      <a:r>
                        <a:rPr lang="en-US" sz="2400" baseline="0" dirty="0"/>
                        <a:t>WH </a:t>
                      </a:r>
                      <a:r>
                        <a:rPr lang="th-TH" sz="2400" baseline="0" dirty="0"/>
                        <a:t>ที่ทำการคืนให้ถูกต้อง</a:t>
                      </a:r>
                      <a:endParaRPr lang="th-TH" sz="2400" baseline="0" dirty="0">
                        <a:latin typeface="Cordia New" panose="020B0304020202020204" pitchFamily="34" charset="-34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633046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4. ความเสี่ยง </a:t>
                      </a:r>
                    </a:p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Risk)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คืน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ก่อน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วันที่จะตัดสต๊อกใหม่ เพื่อป้องกันสต๊อกติดลบ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เลือกคลังไม่ถูกต้อง</a:t>
                      </a:r>
                    </a:p>
                    <a:p>
                      <a:pPr marL="457200" indent="-457200">
                        <a:buFont typeface="+mj-lt"/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ใส่จำนวนผิด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458902">
                <a:tc>
                  <a:txBody>
                    <a:bodyPr/>
                    <a:lstStyle/>
                    <a:p>
                      <a:r>
                        <a:rPr lang="th-TH" sz="2400" dirty="0">
                          <a:solidFill>
                            <a:schemeClr val="tx1"/>
                          </a:solidFill>
                        </a:rPr>
                        <a:t>5. จุดควบคุม</a:t>
                      </a:r>
                    </a:p>
                    <a:p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Control point)</a:t>
                      </a:r>
                      <a:endParaRPr lang="en-US" sz="2400" i="0" dirty="0">
                        <a:solidFill>
                          <a:schemeClr val="tx1"/>
                        </a:solidFill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วันที่ที่ทำการคืน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วัตถุดิบ บรรจุภัณฑ์ </a:t>
                      </a:r>
                      <a:r>
                        <a:rPr lang="en-US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WIP </a:t>
                      </a:r>
                      <a:r>
                        <a:rPr lang="th-TH" sz="2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ต้องถูกต้อง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ปริมาณที่ใช้งานต้องตรงกับที่เขียนในใบงาน</a:t>
                      </a:r>
                    </a:p>
                    <a:p>
                      <a:pPr marL="457200" indent="-457200">
                        <a:buAutoNum type="arabicPeriod"/>
                      </a:pP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กรณีที่มีการเปลี่ยน 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Part</a:t>
                      </a:r>
                      <a:r>
                        <a:rPr lang="th-TH" sz="2400" baseline="0" dirty="0">
                          <a:solidFill>
                            <a:schemeClr val="tx1"/>
                          </a:solidFill>
                        </a:rPr>
                        <a:t>  ตอนคืนต้องแก้</a:t>
                      </a:r>
                      <a:r>
                        <a:rPr lang="en-US" sz="2400" baseline="0" dirty="0">
                          <a:solidFill>
                            <a:schemeClr val="tx1"/>
                          </a:solidFill>
                        </a:rPr>
                        <a:t>Part </a:t>
                      </a:r>
                      <a:r>
                        <a:rPr lang="th-TH" sz="2400" baseline="0">
                          <a:solidFill>
                            <a:schemeClr val="tx1"/>
                          </a:solidFill>
                        </a:rPr>
                        <a:t>ให้ตรง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147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8" y="833108"/>
            <a:ext cx="4905375" cy="49815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22108" y="2969952"/>
            <a:ext cx="496841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h-TH" sz="4000" dirty="0"/>
              <a:t>เลือกเมนู</a:t>
            </a:r>
            <a:r>
              <a:rPr lang="en-US" sz="4000" dirty="0"/>
              <a:t>  Return Material</a:t>
            </a:r>
            <a:endParaRPr lang="th-TH" sz="4000" dirty="0"/>
          </a:p>
        </p:txBody>
      </p:sp>
      <p:sp>
        <p:nvSpPr>
          <p:cNvPr id="5" name="Rectangle 4"/>
          <p:cNvSpPr/>
          <p:nvPr/>
        </p:nvSpPr>
        <p:spPr>
          <a:xfrm>
            <a:off x="935421" y="4351283"/>
            <a:ext cx="2942896" cy="97746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5831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4001"/>
          <a:stretch/>
        </p:blipFill>
        <p:spPr>
          <a:xfrm>
            <a:off x="475439" y="1894594"/>
            <a:ext cx="11317168" cy="42014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9DC500-693A-E52D-6655-54E999130406}"/>
              </a:ext>
            </a:extLst>
          </p:cNvPr>
          <p:cNvSpPr txBox="1"/>
          <p:nvPr/>
        </p:nvSpPr>
        <p:spPr>
          <a:xfrm>
            <a:off x="378372" y="663300"/>
            <a:ext cx="85869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หน้าจอที่แสดงผล  เมื่อเข้าเมนู เลือกเมนู</a:t>
            </a:r>
            <a:r>
              <a:rPr lang="en-US" dirty="0"/>
              <a:t>  Return Material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636046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28748"/>
          <a:stretch/>
        </p:blipFill>
        <p:spPr>
          <a:xfrm>
            <a:off x="491322" y="2169931"/>
            <a:ext cx="11266786" cy="431495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766" y="1051034"/>
            <a:ext cx="79563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คีย์เลข  </a:t>
            </a:r>
            <a:r>
              <a:rPr lang="en-US" dirty="0"/>
              <a:t>Job  </a:t>
            </a:r>
            <a:r>
              <a:rPr lang="th-TH" dirty="0"/>
              <a:t>ที่เราต้องการคืน วัตถุดิบ หรือ บรรจุภัณฑ์   เสร็จแล้วกด </a:t>
            </a:r>
            <a:r>
              <a:rPr lang="en-US" dirty="0"/>
              <a:t>Tab 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3098809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4438"/>
          <a:stretch/>
        </p:blipFill>
        <p:spPr>
          <a:xfrm>
            <a:off x="317659" y="2322788"/>
            <a:ext cx="11570906" cy="4267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09" y="696803"/>
            <a:ext cx="3603243" cy="4775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93324" y="651121"/>
            <a:ext cx="4550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คลิกเลือกรายการที่เราต้องการจะคืน</a:t>
            </a:r>
          </a:p>
        </p:txBody>
      </p:sp>
    </p:spTree>
    <p:extLst>
      <p:ext uri="{BB962C8B-B14F-4D97-AF65-F5344CB8AC3E}">
        <p14:creationId xmlns:p14="http://schemas.microsoft.com/office/powerpoint/2010/main" val="3980128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b="30656"/>
          <a:stretch/>
        </p:blipFill>
        <p:spPr>
          <a:xfrm>
            <a:off x="145908" y="2065694"/>
            <a:ext cx="11940988" cy="445072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406869" y="5055476"/>
            <a:ext cx="2606565" cy="4099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Rectangle 3"/>
          <p:cNvSpPr/>
          <p:nvPr/>
        </p:nvSpPr>
        <p:spPr>
          <a:xfrm>
            <a:off x="5218388" y="5055475"/>
            <a:ext cx="2359572" cy="2417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TextBox 4"/>
          <p:cNvSpPr txBox="1"/>
          <p:nvPr/>
        </p:nvSpPr>
        <p:spPr>
          <a:xfrm>
            <a:off x="336331" y="378372"/>
            <a:ext cx="113301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เมื่อเรากดเลือกรายการที่จะคืนแล้ว ข้อมูลต่างๆจะเด้งขึ้นมาให้   ให้เราทำการใส่จำนวนที่เราต้องการคืน เหตุผลที่คืน  และ </a:t>
            </a:r>
            <a:r>
              <a:rPr lang="en-US" dirty="0"/>
              <a:t>Lot Number</a:t>
            </a:r>
            <a:endParaRPr lang="th-TH" dirty="0"/>
          </a:p>
        </p:txBody>
      </p:sp>
    </p:spTree>
    <p:extLst>
      <p:ext uri="{BB962C8B-B14F-4D97-AF65-F5344CB8AC3E}">
        <p14:creationId xmlns:p14="http://schemas.microsoft.com/office/powerpoint/2010/main" val="2489565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127" y="828562"/>
            <a:ext cx="10447010" cy="56152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32690" y="4298731"/>
            <a:ext cx="662151" cy="325821"/>
          </a:xfrm>
          <a:prstGeom prst="rect">
            <a:avLst/>
          </a:prstGeom>
          <a:noFill/>
          <a:ln w="28575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4531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838" y="545401"/>
            <a:ext cx="10795995" cy="58028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1338" y="1524000"/>
            <a:ext cx="1608083" cy="210207"/>
          </a:xfrm>
          <a:prstGeom prst="rect">
            <a:avLst/>
          </a:prstGeom>
          <a:noFill/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0716C2-BE67-43C5-9529-CD6B8A459E7E}"/>
              </a:ext>
            </a:extLst>
          </p:cNvPr>
          <p:cNvSpPr txBox="1"/>
          <p:nvPr/>
        </p:nvSpPr>
        <p:spPr>
          <a:xfrm>
            <a:off x="723838" y="2015067"/>
            <a:ext cx="160808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เมื่อกด โอเคแล้วจำนวนที่เราทำคืนจะแสดงขึ้น</a:t>
            </a:r>
          </a:p>
        </p:txBody>
      </p:sp>
    </p:spTree>
    <p:extLst>
      <p:ext uri="{BB962C8B-B14F-4D97-AF65-F5344CB8AC3E}">
        <p14:creationId xmlns:p14="http://schemas.microsoft.com/office/powerpoint/2010/main" val="4057547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259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Cordia New</vt:lpstr>
      <vt:lpstr>JasmineUPC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Sirikanda Nakjakha</dc:creator>
  <cp:lastModifiedBy>Phiraiwan Wangkam</cp:lastModifiedBy>
  <cp:revision>3</cp:revision>
  <dcterms:created xsi:type="dcterms:W3CDTF">2025-10-18T12:07:04Z</dcterms:created>
  <dcterms:modified xsi:type="dcterms:W3CDTF">2025-10-22T07:55:08Z</dcterms:modified>
</cp:coreProperties>
</file>