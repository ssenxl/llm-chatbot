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0" r:id="rId2"/>
    <p:sldId id="368" r:id="rId3"/>
    <p:sldId id="371" r:id="rId4"/>
    <p:sldId id="372" r:id="rId5"/>
    <p:sldId id="373" r:id="rId6"/>
    <p:sldId id="374" r:id="rId7"/>
    <p:sldId id="375" r:id="rId8"/>
    <p:sldId id="376" r:id="rId9"/>
    <p:sldId id="377" r:id="rId10"/>
    <p:sldId id="378" r:id="rId11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AC610-C9CE-46E1-97D5-30962E935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4187D0-265E-4525-A2D4-47DFE25B6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9D157-5348-4C6D-8D00-6220D0AFC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B894E-89CF-4E04-9939-5C411D25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2B583-8E1B-430B-83E7-490BDC251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44802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1042-9B00-4845-A37F-EB26DAB6D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3438A-7794-477A-8702-CE6ECFEA7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8C631-1053-4D6F-A16C-1809714C8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FCFA5-B6D5-4ADC-87BE-4D879C1AA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008A0-37CC-4481-B97C-6BE2413A7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12445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3EF5-C4B0-4F9E-923B-B7767EB8D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1456D-1478-40E3-ABB3-F8597557F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9A042-79E0-49AB-B0AD-4ECCE4C0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FD463-0FAB-49A6-BC0E-22F99942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8CB72-96C5-45D8-A464-9D52085C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48142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1D81D-EF1D-4DB0-A10A-353E7DC6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E71B7-D85A-4907-8C20-09845A4F4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41A24-C998-47FF-A79C-7CE9669F0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7E95D-4CC4-45E1-8886-46175E4E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42D4A-6BC2-48F9-9376-11116223C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75FB3-2B41-4BE8-AC2B-0D02A04D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77277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0E45-C4B0-4BDC-9BC5-6392B6995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36405-0119-4759-9A3F-B14F015AF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88619-9757-4550-B451-5081667F7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9E9D71-37C0-4AC3-85FD-CD78C5AE8C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9FE5F4-701C-47AF-95B5-DA43B6DC1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3D6AC-7B7C-4A64-B60C-963669AE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DBB9D5-8CAC-4DB6-B357-F4D4BAD62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FD69C7-1837-4955-8BAC-A8919F80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15639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1F1D-D256-4555-B9A0-F3090C0C6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2879B-24AF-4029-902F-5897D028B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6FB21-073A-4E11-BDB0-E4B853918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6EC31-C035-4021-BC2B-06D60D5C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2575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AFE31-D779-464B-8445-7DF1EE0A6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A9CFBC-B92A-43E4-B034-E9B585333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B1CE3-25B0-4CA5-A698-3ACCDF0B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0933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0F0DC-3BC6-4BA7-9C62-0431C338C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59EC6-ADC4-411E-A858-3EE64DCA2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86309-513C-416B-BF7F-E4EC4BEB3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ACFC0-DE5C-4E78-8A3A-B2045683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4397F4-939D-4A95-A999-7715A81B4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6FF1C-2D7E-4CF2-A5A0-C870FA92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28164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E1DC-EB1E-4B58-AF3E-ED304333A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F75CB7-6693-4B01-8077-3157040E1D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F547A-E99F-49FC-9F81-D19DE23AD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33A89-9FBF-4FE5-A3A1-9DF9A838C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7E673-BDB5-44EA-A7DB-B5C49EC1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86D3C-0981-4E38-A365-A607896FC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32936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ED19-AFFC-4FA0-BD3D-710157525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C507F-5053-4E46-A749-6C6615E01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9C8FA-8A8E-4CD4-96D4-8ED5C6AC3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0AF25-78CE-4259-A17F-4239AD190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C6BC0-B696-49C5-A545-39244DE26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99556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A46395-5B1D-4A3E-A0C8-B8DF6FE1A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C6131-F97A-4A7A-AADF-0DF0A4D7E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D0374-40B2-4568-BA6B-54A07EFD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52DFC-2FAB-4287-B42A-A689F11C5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05113-25B8-4A5B-8DB1-7961D41F0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19480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DD485A-1126-40BE-B860-7AF039D6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60D53-F67B-4B6A-BD70-1A9E92966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DB52-38E8-4C3D-8E14-65875DBACF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D37D6-DC14-4744-8F8F-4B587B103E30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1DB96-D96D-4B32-A561-A460AEB97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85D4F-3993-4930-A9E8-C065D544E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83543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759" y="2337363"/>
            <a:ext cx="1149831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1500" dirty="0">
                <a:ln w="0">
                  <a:solidFill>
                    <a:srgbClr val="0070C0"/>
                  </a:solidFill>
                </a:ln>
                <a:solidFill>
                  <a:srgbClr val="3366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การทำ </a:t>
            </a:r>
            <a:r>
              <a:rPr lang="en-US" sz="11500" dirty="0">
                <a:ln w="0">
                  <a:solidFill>
                    <a:srgbClr val="0070C0"/>
                  </a:solidFill>
                </a:ln>
                <a:solidFill>
                  <a:srgbClr val="3366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Tag </a:t>
            </a:r>
            <a:endParaRPr lang="th-TH" sz="11500" dirty="0">
              <a:ln w="0">
                <a:solidFill>
                  <a:srgbClr val="0070C0"/>
                </a:solidFill>
              </a:ln>
              <a:solidFill>
                <a:srgbClr val="3366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418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540914" y="515155"/>
          <a:ext cx="11062951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062">
                  <a:extLst>
                    <a:ext uri="{9D8B030D-6E8A-4147-A177-3AD203B41FA5}">
                      <a16:colId xmlns:a16="http://schemas.microsoft.com/office/drawing/2014/main" val="21687858"/>
                    </a:ext>
                  </a:extLst>
                </a:gridCol>
                <a:gridCol w="9165889">
                  <a:extLst>
                    <a:ext uri="{9D8B030D-6E8A-4147-A177-3AD203B41FA5}">
                      <a16:colId xmlns:a16="http://schemas.microsoft.com/office/drawing/2014/main" val="761548432"/>
                    </a:ext>
                  </a:extLst>
                </a:gridCol>
              </a:tblGrid>
              <a:tr h="693933"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1. </a:t>
                      </a:r>
                      <a:r>
                        <a:rPr lang="th-TH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กระบวนการ (</a:t>
                      </a:r>
                      <a:r>
                        <a:rPr lang="en-US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Process)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ENG-02/04/05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การสร้างแก้ไขข้อมูลสูตรการผลิต (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BOM)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ของรายการ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WIP</a:t>
                      </a:r>
                      <a:endParaRPr lang="en-US" sz="210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691132"/>
                  </a:ext>
                </a:extLst>
              </a:tr>
              <a:tr h="999264">
                <a:tc>
                  <a:txBody>
                    <a:bodyPr/>
                    <a:lstStyle/>
                    <a:p>
                      <a:r>
                        <a:rPr lang="en-US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2. </a:t>
                      </a:r>
                      <a:r>
                        <a:rPr lang="th-TH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ข้อมูลที่ต้องใช้</a:t>
                      </a:r>
                      <a:r>
                        <a:rPr lang="th-TH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  <a:endParaRPr lang="en-US" sz="2100" i="0" baseline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  <a:p>
                      <a:r>
                        <a:rPr lang="th-TH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(</a:t>
                      </a:r>
                      <a:r>
                        <a:rPr lang="en-US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 put)</a:t>
                      </a:r>
                      <a:endParaRPr lang="en-US" sz="21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เอกสารสูตรการผลิต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วัตถุดิบ /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Premix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Revision</a:t>
                      </a:r>
                      <a:endParaRPr lang="en-US" sz="210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712708"/>
                  </a:ext>
                </a:extLst>
              </a:tr>
              <a:tr h="1609925">
                <a:tc>
                  <a:txBody>
                    <a:bodyPr/>
                    <a:lstStyle/>
                    <a:p>
                      <a:r>
                        <a:rPr lang="en-US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3.</a:t>
                      </a:r>
                      <a:r>
                        <a:rPr lang="th-TH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ขั้นตอนย่อย </a:t>
                      </a:r>
                      <a:endParaRPr lang="en-US" sz="2100" i="0" baseline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  <a:p>
                      <a:r>
                        <a:rPr lang="th-TH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(</a:t>
                      </a:r>
                      <a:r>
                        <a:rPr lang="en-US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Sub process)</a:t>
                      </a:r>
                      <a:endParaRPr lang="en-US" sz="21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การสร้างแฟ้มงาน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การสร้าง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revision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การสร้าง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/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แก้ไข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Bill of Material (BOM) (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เลือกรายการที่ต้องการจัดทำ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Check out part)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การจัดเก็บข้อมูลเข้าระบบ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(Check in all)</a:t>
                      </a:r>
                      <a:endParaRPr lang="th-TH" sz="2100" baseline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ตรวจสอบการนำเข้าข้อมูลในระบบ</a:t>
                      </a:r>
                      <a:endParaRPr lang="en-US" sz="210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092378"/>
                  </a:ext>
                </a:extLst>
              </a:tr>
              <a:tr h="1304595">
                <a:tc>
                  <a:txBody>
                    <a:bodyPr/>
                    <a:lstStyle/>
                    <a:p>
                      <a:r>
                        <a:rPr lang="th-TH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4. ความเสี่ยง </a:t>
                      </a:r>
                    </a:p>
                    <a:p>
                      <a:r>
                        <a:rPr lang="th-TH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(</a:t>
                      </a:r>
                      <a:r>
                        <a:rPr lang="en-US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R1.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ข้อมูล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วัตถุดิบ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ไม่ครบถ้วน หรือไม่ถูกต้อง</a:t>
                      </a:r>
                    </a:p>
                    <a:p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R2.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ข้อมูล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Premix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ไม่ครบถ้วน หรือไม่ถูกต้อง</a:t>
                      </a:r>
                    </a:p>
                    <a:p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R3.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อ้างอิงเอกสารสูตรการผลิตผิด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Revision</a:t>
                      </a:r>
                      <a:endParaRPr lang="th-TH" sz="2100" baseline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  <a:p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4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.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ข้อมูลสูตรการผลิตผิด</a:t>
                      </a:r>
                      <a:endParaRPr lang="en-US" sz="210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285334"/>
                  </a:ext>
                </a:extLst>
              </a:tr>
              <a:tr h="1084745">
                <a:tc>
                  <a:txBody>
                    <a:bodyPr/>
                    <a:lstStyle/>
                    <a:p>
                      <a:r>
                        <a:rPr lang="th-TH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5. จุดควบคุม</a:t>
                      </a:r>
                    </a:p>
                    <a:p>
                      <a:r>
                        <a:rPr lang="th-TH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(</a:t>
                      </a:r>
                      <a:r>
                        <a:rPr lang="en-US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Control point)</a:t>
                      </a:r>
                      <a:endParaRPr lang="en-US" sz="21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Both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ตรวจสอบข้อมูลกับฝ่ายต้นทุน</a:t>
                      </a:r>
                    </a:p>
                    <a:p>
                      <a:pPr marL="342900" indent="-342900">
                        <a:buAutoNum type="arabicParenBoth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ตรวจสอบข้อมูลการรัน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Code Part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ของแผนก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RD</a:t>
                      </a:r>
                      <a:endParaRPr lang="th-TH" sz="2100" baseline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  <a:p>
                      <a:pPr marL="342900" indent="-342900">
                        <a:buAutoNum type="arabicParenBoth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ตรวจสอบข้อมูลจากบัญชีแม่บท</a:t>
                      </a:r>
                    </a:p>
                    <a:p>
                      <a:pPr marL="342900" indent="-342900">
                        <a:buAutoNum type="arabicParenBoth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ตรวจสอบข้อมูลเปรียบเทียบกับสูตรทดลองจากแฟ้มพัฒนาผลิตภัณฑ์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145266"/>
                  </a:ext>
                </a:extLst>
              </a:tr>
            </a:tbl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0" y="64395"/>
            <a:ext cx="6599724" cy="45076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ENG-02/04/05 </a:t>
            </a:r>
            <a:r>
              <a:rPr lang="th-TH" sz="3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การสร้างแก้ไขข้อมูลสูตรการผลิต</a:t>
            </a:r>
            <a:r>
              <a:rPr lang="en-US" sz="3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endParaRPr lang="en-US" sz="3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78872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56" y="1042330"/>
            <a:ext cx="5814544" cy="45071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20C6AF-8979-9B60-7784-978E0F69E167}"/>
              </a:ext>
            </a:extLst>
          </p:cNvPr>
          <p:cNvSpPr txBox="1"/>
          <p:nvPr/>
        </p:nvSpPr>
        <p:spPr>
          <a:xfrm>
            <a:off x="6337738" y="2772676"/>
            <a:ext cx="4724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เลือกเมนู </a:t>
            </a:r>
            <a:r>
              <a:rPr lang="en-US" dirty="0"/>
              <a:t>CP Job Tag Generate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91752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2EC3E3-B7E0-1BBF-AAF8-FFBCF82B040C}"/>
              </a:ext>
            </a:extLst>
          </p:cNvPr>
          <p:cNvSpPr txBox="1"/>
          <p:nvPr/>
        </p:nvSpPr>
        <p:spPr>
          <a:xfrm>
            <a:off x="378372" y="663300"/>
            <a:ext cx="8586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หน้าจอที่แสดงผล  เมื่อเข้าเมนู </a:t>
            </a:r>
            <a:r>
              <a:rPr lang="en-US" dirty="0"/>
              <a:t>CP Job Tag Generate</a:t>
            </a:r>
            <a:endParaRPr lang="th-T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4AE188-76C1-4D48-98C1-1412F44F7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97" y="1378959"/>
            <a:ext cx="11470206" cy="51403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9647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927B7D-13D7-0B5B-CC31-E0FBC8A41484}"/>
              </a:ext>
            </a:extLst>
          </p:cNvPr>
          <p:cNvSpPr txBox="1"/>
          <p:nvPr/>
        </p:nvSpPr>
        <p:spPr>
          <a:xfrm>
            <a:off x="559397" y="904984"/>
            <a:ext cx="8342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กดใส่เลข </a:t>
            </a:r>
            <a:r>
              <a:rPr lang="en-US" dirty="0"/>
              <a:t>Job  </a:t>
            </a:r>
            <a:r>
              <a:rPr lang="th-TH" dirty="0"/>
              <a:t>ในช่อง </a:t>
            </a:r>
            <a:r>
              <a:rPr lang="en-US" dirty="0"/>
              <a:t>Job Number  </a:t>
            </a:r>
            <a:r>
              <a:rPr lang="th-TH" dirty="0"/>
              <a:t>เสร็จแล้วกด                       เป็นเป้นพิมพ์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4B6848-0D4E-0F0A-ADA9-2131DFF8E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37" y="541020"/>
            <a:ext cx="1645916" cy="1047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D127CE-A53C-429C-9971-7D72DD9C8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24" y="2077763"/>
            <a:ext cx="10707594" cy="42392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6491FA5-1D98-B8FC-CCFC-DF8D4D04C715}"/>
              </a:ext>
            </a:extLst>
          </p:cNvPr>
          <p:cNvSpPr/>
          <p:nvPr/>
        </p:nvSpPr>
        <p:spPr>
          <a:xfrm>
            <a:off x="735802" y="3160059"/>
            <a:ext cx="3099597" cy="268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04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56C7F7-71A7-018F-3731-521F4D33011A}"/>
              </a:ext>
            </a:extLst>
          </p:cNvPr>
          <p:cNvSpPr txBox="1"/>
          <p:nvPr/>
        </p:nvSpPr>
        <p:spPr>
          <a:xfrm>
            <a:off x="878541" y="599002"/>
            <a:ext cx="8740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เมื่อกด </a:t>
            </a:r>
            <a:r>
              <a:rPr lang="en-US" dirty="0"/>
              <a:t>Tab </a:t>
            </a:r>
            <a:r>
              <a:rPr lang="th-TH" dirty="0"/>
              <a:t>แล้ว ข้อมูลต่างๆจะขึ้นตามกรอบสีแดง  ซึ่งเป็นข้อมูลที่มาจาก </a:t>
            </a:r>
            <a:r>
              <a:rPr lang="en-US" dirty="0"/>
              <a:t>Order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BDC1CC-736B-4130-B27F-32CEC1CF3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39" y="2373532"/>
            <a:ext cx="11919593" cy="344854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FC33FC5-79D1-6BEB-7C91-DDF4A60311E2}"/>
              </a:ext>
            </a:extLst>
          </p:cNvPr>
          <p:cNvSpPr/>
          <p:nvPr/>
        </p:nvSpPr>
        <p:spPr>
          <a:xfrm>
            <a:off x="297806" y="3259029"/>
            <a:ext cx="6297727" cy="14738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7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7D2C84-09E9-B978-CC60-591338907E53}"/>
              </a:ext>
            </a:extLst>
          </p:cNvPr>
          <p:cNvSpPr txBox="1"/>
          <p:nvPr/>
        </p:nvSpPr>
        <p:spPr>
          <a:xfrm>
            <a:off x="136203" y="342292"/>
            <a:ext cx="11080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พิมพ์ข้อมูลในกรอบสีแดง  ลงวันที่ผลิต </a:t>
            </a:r>
            <a:r>
              <a:rPr lang="en-US" dirty="0"/>
              <a:t>,</a:t>
            </a:r>
            <a:r>
              <a:rPr lang="th-TH" dirty="0"/>
              <a:t>วันหมดอายุ </a:t>
            </a:r>
            <a:r>
              <a:rPr lang="en-US" dirty="0"/>
              <a:t>,</a:t>
            </a:r>
            <a:r>
              <a:rPr lang="th-TH" dirty="0"/>
              <a:t>แบท </a:t>
            </a:r>
            <a:r>
              <a:rPr lang="en-US" dirty="0"/>
              <a:t>,lot number, </a:t>
            </a:r>
            <a:r>
              <a:rPr lang="th-TH" dirty="0"/>
              <a:t>จำนวนต่อพาเลท และจำนวนที่จะสร้าง </a:t>
            </a:r>
            <a:r>
              <a:rPr lang="en-US" dirty="0"/>
              <a:t>Tag</a:t>
            </a:r>
            <a:r>
              <a:rPr lang="th-TH" dirty="0"/>
              <a:t> เสร็จแล้วกด                                                (กรณีที่เป็นงานติดฉลากให้เลือกวันที่ติดฉลากด้วย)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A9507E-84FA-4EC6-A5B3-8B4066CFCE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50" t="36139" r="78682" b="57012"/>
          <a:stretch/>
        </p:blipFill>
        <p:spPr>
          <a:xfrm>
            <a:off x="2521572" y="819345"/>
            <a:ext cx="1342772" cy="5967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A808B0-D1F5-4B70-AF40-D39D585A4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03" y="2559798"/>
            <a:ext cx="11919593" cy="344854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E6B720D-9ECB-F1D3-37B2-68D70A2A38F2}"/>
              </a:ext>
            </a:extLst>
          </p:cNvPr>
          <p:cNvSpPr/>
          <p:nvPr/>
        </p:nvSpPr>
        <p:spPr>
          <a:xfrm>
            <a:off x="338667" y="4762251"/>
            <a:ext cx="9990665" cy="12460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50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8D88B1-4E98-943F-E756-A86386519FFF}"/>
              </a:ext>
            </a:extLst>
          </p:cNvPr>
          <p:cNvSpPr txBox="1"/>
          <p:nvPr/>
        </p:nvSpPr>
        <p:spPr>
          <a:xfrm>
            <a:off x="433792" y="403412"/>
            <a:ext cx="6920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ข้อมูลจะขึ้นตามกรอบสีแดง เสร็จแล้วกดปริ้น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FCD96C-5006-4B2F-AB4E-5BB7B440E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14" y="1907025"/>
            <a:ext cx="11800171" cy="42736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9D1FB63-2674-4CDE-8E23-C4ACA83B04EA}"/>
              </a:ext>
            </a:extLst>
          </p:cNvPr>
          <p:cNvSpPr/>
          <p:nvPr/>
        </p:nvSpPr>
        <p:spPr>
          <a:xfrm>
            <a:off x="4902200" y="3886200"/>
            <a:ext cx="719667" cy="3894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59519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6F1812-EC82-44E5-B559-9B18C7A68F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197"/>
          <a:stretch/>
        </p:blipFill>
        <p:spPr>
          <a:xfrm>
            <a:off x="380999" y="1026112"/>
            <a:ext cx="11311467" cy="54593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D2B3ED1-0E3E-42FD-BC94-73EFB22D5913}"/>
              </a:ext>
            </a:extLst>
          </p:cNvPr>
          <p:cNvSpPr/>
          <p:nvPr/>
        </p:nvSpPr>
        <p:spPr>
          <a:xfrm>
            <a:off x="4199467" y="2937933"/>
            <a:ext cx="3649133" cy="25569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2ABE4-30CE-4933-B1A0-B2410E9BB28E}"/>
              </a:ext>
            </a:extLst>
          </p:cNvPr>
          <p:cNvSpPr txBox="1"/>
          <p:nvPr/>
        </p:nvSpPr>
        <p:spPr>
          <a:xfrm>
            <a:off x="440267" y="372534"/>
            <a:ext cx="6510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เมื่อกดปริ้นจะมี </a:t>
            </a:r>
            <a:r>
              <a:rPr lang="en-US" dirty="0"/>
              <a:t>POP UP </a:t>
            </a:r>
            <a:r>
              <a:rPr lang="th-TH" dirty="0"/>
              <a:t>แสดง     เสร็จแล้วกด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E02191-5F33-4F4D-B420-99BB754711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893" y="180506"/>
            <a:ext cx="715248" cy="71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48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F2FF54-CD09-4CEF-857E-8391E3270E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0" b="1496"/>
          <a:stretch/>
        </p:blipFill>
        <p:spPr>
          <a:xfrm>
            <a:off x="1557867" y="505940"/>
            <a:ext cx="8542260" cy="59964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4324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298</Words>
  <Application>Microsoft Office PowerPoint</Application>
  <PresentationFormat>Widescreen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Angsana New</vt:lpstr>
      <vt:lpstr>Arial</vt:lpstr>
      <vt:lpstr>Arial Rounded MT Bold</vt:lpstr>
      <vt:lpstr>Calibri</vt:lpstr>
      <vt:lpstr>Calibri Light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Sirikanda Nakjakha</dc:creator>
  <cp:lastModifiedBy>PLAN3</cp:lastModifiedBy>
  <cp:revision>8</cp:revision>
  <dcterms:created xsi:type="dcterms:W3CDTF">2025-09-04T03:55:54Z</dcterms:created>
  <dcterms:modified xsi:type="dcterms:W3CDTF">2025-09-12T06:37:07Z</dcterms:modified>
</cp:coreProperties>
</file>