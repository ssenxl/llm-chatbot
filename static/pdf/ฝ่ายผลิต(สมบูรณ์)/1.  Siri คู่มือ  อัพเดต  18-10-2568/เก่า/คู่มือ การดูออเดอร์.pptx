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2" r:id="rId7"/>
    <p:sldId id="263" r:id="rId8"/>
    <p:sldId id="264" r:id="rId9"/>
    <p:sldId id="273" r:id="rId10"/>
    <p:sldId id="27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FEB9-3646-4CD5-8070-E3BD84E03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59CDA-46BB-42CC-852A-5286CCEC7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0994-28E1-4BB1-96AF-7B9E4953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871D8-35A8-486D-A119-2FED1628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09742-FEC7-42C7-B7DC-F2E1F2B4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88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C07B-42FA-43D9-800F-77822B64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21A4A-41C2-4A07-98EE-E49C5FBD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27D2-B89B-415C-A832-346E4A30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722FC-8B7A-482B-BD70-167EC172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D5D6-2AEF-4EDB-8FA9-87DEC85F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120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E9B3-39C2-49B6-8EC5-4253451C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DB0CF-2C64-4EC2-A02D-E5AF2A627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69391-298C-4A95-A005-47AC031E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3C78E-9011-4CB3-8CAA-E8D3A701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B6CCD-55D0-4CB5-9A24-8975D070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5685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13E9-95A3-437C-BF8D-DB4722FE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98E5-69E3-44E1-8D1E-36120FBB0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1A30C-7C64-4B73-9B93-FBBACE24A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B64DF-8A68-4FDB-BDDD-8315571B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651D9-3332-4DCE-A9F2-11CF8682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33583-5420-4B0F-B2FB-7D69306B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865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5FAC-B73E-4576-A333-7B82CAC7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A4376-8F7A-4ADC-811E-4418F7F8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E1852-4F57-4036-99D9-FF75CEAB2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24F5D-4824-4451-BC4C-DDB7B06E2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5DA68-9EBF-435C-8938-226D053DA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B475E-C92E-4831-A7ED-58971323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23185-1489-4DB4-BC64-8A941037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890675-5A1E-4D57-BBFF-22E0F79C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349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413D-D3F5-40BA-82A5-DC0B029B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5C53B-A21A-4D39-8D87-23B6AD69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3A793-CA46-468B-8182-1D4C37B4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B1BAE-3E01-4E87-978C-72675E25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351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B63DE-CD4A-4FB7-A32E-623CD9EC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11C6F-2D89-44A3-95F4-884725A7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1607-DC9C-4D9C-86A5-991C5BD4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598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BF4D-FAEC-4EF6-A132-4686B621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8B633-F890-4413-98EB-5F6731691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49AAA-97F2-4FFE-9738-AA4E06F00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9F2C5-434F-425D-8E0C-42924DC5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E3969-0353-4749-94F3-824AC5DF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E2056-6B90-466F-AC3F-679F83C3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802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55A4-4235-46ED-998D-9EB640BD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AE20C-CF10-41BF-A099-EA300A60B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482D0-C84C-456E-840A-B3F73FC67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E8200-83DA-4B85-A562-8B69B9B9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7A088-DFBB-45E7-8240-0415203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DC43F-CBD8-46CF-A515-084940F7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986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A1FA-F998-4D79-B9BB-621B0209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E771D-077E-400D-84D3-58DE3CD91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7C97-3D3C-4D0B-98EB-2AD0C6EA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2C916-7AEE-4226-AF52-6F0FD5C8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62D16-565E-4E3D-A213-C0F74FF5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358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3C44A-7B0E-4BA3-9830-196DC586E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B1561-03D7-4192-B673-5BCA09A82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A4D45-7238-472B-A432-CC1B7860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033C7-47B5-466E-9D7B-F3E4DDBF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1CEFB-69BF-4C8F-AA84-A498417C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253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95D333-D7E6-4D2F-BA1C-2704BE76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5A645-71C3-4755-86C6-2D52F6454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B5665-4C91-4961-AAB9-A1CB80D2E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E046-09E1-4CDB-B4E6-8A0C3CDF1C42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B4F6F-8E00-46BF-8D21-F149222E6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AFFB3-40F0-4F6E-8602-9E17B8B5F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8F524-7AD9-4F41-B00F-F69E940C39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2847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6968" y="2013747"/>
            <a:ext cx="11331948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1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การดูออเดอร์ในระบบ </a:t>
            </a:r>
            <a:r>
              <a:rPr lang="en-US" sz="1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ERP</a:t>
            </a:r>
            <a:endParaRPr lang="en-US" sz="11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737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867014-BCE2-4A98-A1F6-C7D2216C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63" y="518977"/>
            <a:ext cx="6849610" cy="42097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5212" y="2455816"/>
            <a:ext cx="3592286" cy="927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262948" y="2623865"/>
            <a:ext cx="4023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 FG Order  </a:t>
            </a:r>
            <a:r>
              <a:rPr lang="en-US" dirty="0" err="1" smtClean="0"/>
              <a:t>Deshboard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55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D980D-BF0F-4AFD-903A-75404E6319B8}"/>
              </a:ext>
            </a:extLst>
          </p:cNvPr>
          <p:cNvSpPr/>
          <p:nvPr/>
        </p:nvSpPr>
        <p:spPr>
          <a:xfrm>
            <a:off x="5640499" y="5488461"/>
            <a:ext cx="62520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หน้าจอแสดงเมื่อกดเข้าโปรแกรม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5" y="1201375"/>
            <a:ext cx="11748841" cy="3999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95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090486-6E75-4EFD-BF91-24D1659F9D91}"/>
              </a:ext>
            </a:extLst>
          </p:cNvPr>
          <p:cNvSpPr/>
          <p:nvPr/>
        </p:nvSpPr>
        <p:spPr>
          <a:xfrm>
            <a:off x="409773" y="4684786"/>
            <a:ext cx="636713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DM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</a:t>
            </a:r>
          </a:p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</a:t>
            </a:r>
          </a:p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30" y="1160551"/>
            <a:ext cx="9426913" cy="37249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35977" y="2534193"/>
            <a:ext cx="2129246" cy="431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2377440" y="1658983"/>
            <a:ext cx="509451" cy="352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5865223" y="2288065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02911" y="136473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742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1" y="808217"/>
            <a:ext cx="11086284" cy="590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6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697158-CDCA-4874-A8D2-DC0BFC5A3A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189"/>
          <a:stretch/>
        </p:blipFill>
        <p:spPr>
          <a:xfrm>
            <a:off x="358018" y="1382432"/>
            <a:ext cx="8250459" cy="38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E0641-DCD7-4891-849E-60A86D03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7" y="313750"/>
            <a:ext cx="8622901" cy="56209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3DA3D1-66AC-47D0-AD2A-5E73F6094720}"/>
              </a:ext>
            </a:extLst>
          </p:cNvPr>
          <p:cNvSpPr/>
          <p:nvPr/>
        </p:nvSpPr>
        <p:spPr>
          <a:xfrm>
            <a:off x="5577479" y="5934670"/>
            <a:ext cx="62520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หน้าจอแสดงเมื่อกดเข้าโปรแกรม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04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005EF5-60F1-4745-86BB-B6ED7C55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0" y="595546"/>
            <a:ext cx="11358158" cy="2067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D89799-F60C-4F5E-8DD3-8308BD7DC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018" y="1548808"/>
            <a:ext cx="3807420" cy="26458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46C7AF-4C69-417D-9414-3861BCCF0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238" y="2663359"/>
            <a:ext cx="3405755" cy="38739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3D198A-286D-469C-A00E-0AA4D5875CF3}"/>
              </a:ext>
            </a:extLst>
          </p:cNvPr>
          <p:cNvSpPr/>
          <p:nvPr/>
        </p:nvSpPr>
        <p:spPr>
          <a:xfrm>
            <a:off x="728133" y="1278467"/>
            <a:ext cx="389467" cy="245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5EC703-F382-4D9E-B9A9-6FB60935B9F8}"/>
              </a:ext>
            </a:extLst>
          </p:cNvPr>
          <p:cNvSpPr/>
          <p:nvPr/>
        </p:nvSpPr>
        <p:spPr>
          <a:xfrm>
            <a:off x="160729" y="1883755"/>
            <a:ext cx="225241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กดเลือก 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Filter</a:t>
            </a: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E99AF9BA-E633-4159-A3A7-B64EE0C4AEC9}"/>
              </a:ext>
            </a:extLst>
          </p:cNvPr>
          <p:cNvSpPr/>
          <p:nvPr/>
        </p:nvSpPr>
        <p:spPr>
          <a:xfrm rot="19442798">
            <a:off x="2447950" y="2896313"/>
            <a:ext cx="795866" cy="139510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B4B73-AEBC-4E59-AF14-C9D4AE0DDC6A}"/>
              </a:ext>
            </a:extLst>
          </p:cNvPr>
          <p:cNvSpPr/>
          <p:nvPr/>
        </p:nvSpPr>
        <p:spPr>
          <a:xfrm>
            <a:off x="8822267" y="3429000"/>
            <a:ext cx="1642533" cy="237067"/>
          </a:xfrm>
          <a:prstGeom prst="rect">
            <a:avLst/>
          </a:prstGeom>
          <a:noFill/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1F4DCC-0887-4556-B2DD-288A183A0B56}"/>
              </a:ext>
            </a:extLst>
          </p:cNvPr>
          <p:cNvSpPr/>
          <p:nvPr/>
        </p:nvSpPr>
        <p:spPr>
          <a:xfrm>
            <a:off x="7932238" y="5012267"/>
            <a:ext cx="3405755" cy="372533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A1104-EE26-4B75-8DB4-96C8588678C4}"/>
              </a:ext>
            </a:extLst>
          </p:cNvPr>
          <p:cNvSpPr/>
          <p:nvPr/>
        </p:nvSpPr>
        <p:spPr>
          <a:xfrm>
            <a:off x="10464800" y="3121088"/>
            <a:ext cx="873193" cy="23706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4914C2-B38C-4A7F-9B79-E7F01026379B}"/>
              </a:ext>
            </a:extLst>
          </p:cNvPr>
          <p:cNvSpPr/>
          <p:nvPr/>
        </p:nvSpPr>
        <p:spPr>
          <a:xfrm>
            <a:off x="7932238" y="6143921"/>
            <a:ext cx="703762" cy="307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D89E8-55F9-4126-A08C-AD168E4AC23A}"/>
              </a:ext>
            </a:extLst>
          </p:cNvPr>
          <p:cNvSpPr/>
          <p:nvPr/>
        </p:nvSpPr>
        <p:spPr>
          <a:xfrm>
            <a:off x="4826757" y="4792289"/>
            <a:ext cx="4100803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1.</a:t>
            </a:r>
            <a:r>
              <a:rPr lang="th-TH" b="0" cap="none" spc="0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ใส่เลข </a:t>
            </a:r>
            <a:r>
              <a:rPr lang="en-US" b="0" cap="none" spc="0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sales Order</a:t>
            </a:r>
          </a:p>
          <a:p>
            <a:r>
              <a: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2.</a:t>
            </a:r>
            <a:r>
              <a:rPr lang="th-TH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กด </a:t>
            </a:r>
            <a:r>
              <a: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Search</a:t>
            </a:r>
          </a:p>
          <a:p>
            <a:r>
              <a:rPr lang="en-US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3.</a:t>
            </a:r>
            <a:r>
              <a:rPr lang="th-TH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เลข </a:t>
            </a:r>
            <a:r>
              <a:rPr lang="en-US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Order </a:t>
            </a:r>
            <a:r>
              <a:rPr lang="th-TH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จะขึ้นตามกรอบน้ำเงิน</a:t>
            </a:r>
          </a:p>
          <a:p>
            <a:r>
              <a:rPr lang="en-US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4.</a:t>
            </a:r>
            <a:r>
              <a:rPr lang="th-TH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 กด </a:t>
            </a:r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OK</a:t>
            </a:r>
            <a:endParaRPr lang="en-US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C5CFB5-3EEF-4273-B5F8-92E4A7ED3DC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879" y="6251237"/>
            <a:ext cx="230826" cy="2955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F6CAC5-BB64-4017-96AF-D5A6383F4E0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105" y="3446562"/>
            <a:ext cx="187158" cy="2370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D6B0CD-DD83-42B5-981D-4EC915B9A35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993" y="3053788"/>
            <a:ext cx="242517" cy="3609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F372F88-BDEA-4E28-9006-E0C14A46C90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238" y="4783867"/>
            <a:ext cx="204867" cy="28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8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41CC6-136A-467C-AEC2-E14DB36ED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5" y="774400"/>
            <a:ext cx="11700292" cy="198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04DF1C-8958-41EB-B17D-2C54B565E75F}"/>
              </a:ext>
            </a:extLst>
          </p:cNvPr>
          <p:cNvSpPr/>
          <p:nvPr/>
        </p:nvSpPr>
        <p:spPr>
          <a:xfrm>
            <a:off x="965200" y="1051625"/>
            <a:ext cx="169333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2DC89C-47FD-44AD-974B-A3FCD08B0B6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36001"/>
            <a:ext cx="558799" cy="558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22F882-B55B-45D8-8B01-E6EB2C57C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561" y="2862354"/>
            <a:ext cx="7476286" cy="39073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C867A8-00C8-4754-ACC7-7FFE63F76B04}"/>
              </a:ext>
            </a:extLst>
          </p:cNvPr>
          <p:cNvSpPr/>
          <p:nvPr/>
        </p:nvSpPr>
        <p:spPr>
          <a:xfrm>
            <a:off x="210387" y="92236"/>
            <a:ext cx="384402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กด       เพื่อดูใบ 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F658B3AD-8306-4A60-93BF-1DA960F48547}"/>
              </a:ext>
            </a:extLst>
          </p:cNvPr>
          <p:cNvSpPr/>
          <p:nvPr/>
        </p:nvSpPr>
        <p:spPr>
          <a:xfrm rot="20223822">
            <a:off x="1454842" y="3193644"/>
            <a:ext cx="1851142" cy="28884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C4F65B-3FDC-4E75-8C36-138AE6D9E172}"/>
              </a:ext>
            </a:extLst>
          </p:cNvPr>
          <p:cNvSpPr/>
          <p:nvPr/>
        </p:nvSpPr>
        <p:spPr>
          <a:xfrm>
            <a:off x="304800" y="1981200"/>
            <a:ext cx="11497733" cy="338667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08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AE80F4-3740-4FF9-8FB7-5034537B8717}"/>
              </a:ext>
            </a:extLst>
          </p:cNvPr>
          <p:cNvSpPr/>
          <p:nvPr/>
        </p:nvSpPr>
        <p:spPr>
          <a:xfrm>
            <a:off x="251625" y="2303065"/>
            <a:ext cx="1171827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16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</a:rPr>
              <a:t>การดูมาสเตอร์สเปก</a:t>
            </a:r>
            <a:endParaRPr lang="en-US" sz="1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elix Titling" panose="04060505060202020A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9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3DD558-73B8-4E39-A3A8-3AEA94C9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61" y="648261"/>
            <a:ext cx="6848099" cy="494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6651" y="2586446"/>
            <a:ext cx="3775166" cy="992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3466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11D96-09E1-4352-BD99-DA871C5CCB69}"/>
              </a:ext>
            </a:extLst>
          </p:cNvPr>
          <p:cNvSpPr/>
          <p:nvPr/>
        </p:nvSpPr>
        <p:spPr>
          <a:xfrm>
            <a:off x="6690354" y="6088559"/>
            <a:ext cx="513153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หน้าจอแสดงเมื่อกดเข้าโปรแกรม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82" y="130628"/>
            <a:ext cx="11174668" cy="584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96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CF1CF2-2EEC-4918-9E20-29D7C058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8" y="851712"/>
            <a:ext cx="10353387" cy="28482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E70436-048F-4B0E-9705-4378D48A9820}"/>
              </a:ext>
            </a:extLst>
          </p:cNvPr>
          <p:cNvSpPr/>
          <p:nvPr/>
        </p:nvSpPr>
        <p:spPr>
          <a:xfrm>
            <a:off x="3081867" y="2404533"/>
            <a:ext cx="3801533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1E2534-97F2-4A71-9257-084735D3F4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8" r="4143" b="7265"/>
          <a:stretch/>
        </p:blipFill>
        <p:spPr>
          <a:xfrm>
            <a:off x="1964267" y="4887718"/>
            <a:ext cx="1117600" cy="7596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3DD4C6-A472-45FC-8F71-4B4DE0D54EB3}"/>
              </a:ext>
            </a:extLst>
          </p:cNvPr>
          <p:cNvSpPr/>
          <p:nvPr/>
        </p:nvSpPr>
        <p:spPr>
          <a:xfrm>
            <a:off x="521427" y="4287554"/>
            <a:ext cx="355103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>
              <a:buAutoNum type="arabicPeriod"/>
            </a:pPr>
            <a:r>
              <a:rPr lang="th-TH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ใส่หมายเลข 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Part</a:t>
            </a:r>
          </a:p>
          <a:p>
            <a:pPr marL="742950" indent="-742950">
              <a:buAutoNum type="arabicPeriod"/>
            </a:pPr>
            <a:r>
              <a:rPr lang="th-TH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กด 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  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196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F7D49D-AF7C-4675-BE50-A48DE8AE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30" y="347134"/>
            <a:ext cx="9955136" cy="5189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17796F-312B-40A1-9E3D-891FF5AE5340}"/>
              </a:ext>
            </a:extLst>
          </p:cNvPr>
          <p:cNvSpPr/>
          <p:nvPr/>
        </p:nvSpPr>
        <p:spPr>
          <a:xfrm>
            <a:off x="306463" y="5710534"/>
            <a:ext cx="87528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หน้าจอหน้าแรกที่   แสดงข้อมูล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Part </a:t>
            </a:r>
          </a:p>
        </p:txBody>
      </p:sp>
    </p:spTree>
    <p:extLst>
      <p:ext uri="{BB962C8B-B14F-4D97-AF65-F5344CB8AC3E}">
        <p14:creationId xmlns:p14="http://schemas.microsoft.com/office/powerpoint/2010/main" val="473356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CE097C-2153-4859-9714-09FE8FFD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09" y="206163"/>
            <a:ext cx="8287291" cy="53993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FDADD6-1B6C-4AC5-8847-34F743ECAE9A}"/>
              </a:ext>
            </a:extLst>
          </p:cNvPr>
          <p:cNvSpPr/>
          <p:nvPr/>
        </p:nvSpPr>
        <p:spPr>
          <a:xfrm>
            <a:off x="3225800" y="702733"/>
            <a:ext cx="965200" cy="186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65127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9F58CD-01ED-40B2-92AB-5B010B60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59" y="329399"/>
            <a:ext cx="10583827" cy="51908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29F8CD-D376-45B6-9344-6F496DC90CDA}"/>
              </a:ext>
            </a:extLst>
          </p:cNvPr>
          <p:cNvSpPr/>
          <p:nvPr/>
        </p:nvSpPr>
        <p:spPr>
          <a:xfrm>
            <a:off x="3014133" y="829733"/>
            <a:ext cx="491067" cy="220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8293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37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80</Words>
  <Application>Microsoft Office PowerPoint</Application>
  <PresentationFormat>Widescreen</PresentationFormat>
  <Paragraphs>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Angsana New</vt:lpstr>
      <vt:lpstr>Arial</vt:lpstr>
      <vt:lpstr>Britannic Bold</vt:lpstr>
      <vt:lpstr>Calibri</vt:lpstr>
      <vt:lpstr>Calibri Light</vt:lpstr>
      <vt:lpstr>Cordia New</vt:lpstr>
      <vt:lpstr>Felix Titling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KETSIRIFOODS03</cp:lastModifiedBy>
  <cp:revision>15</cp:revision>
  <dcterms:created xsi:type="dcterms:W3CDTF">2025-05-29T03:28:33Z</dcterms:created>
  <dcterms:modified xsi:type="dcterms:W3CDTF">2025-09-05T09:42:31Z</dcterms:modified>
</cp:coreProperties>
</file>