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BC33E-7058-42FC-B6B2-A75296E37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EFFACD-0282-4857-B033-EF431ABC7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5761C-1105-4DD8-8180-63C86ED20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8A80-0BCA-41CC-AE5C-D4F1397AA88B}" type="datetimeFigureOut">
              <a:rPr lang="th-TH" smtClean="0"/>
              <a:t>04/09/68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B101D-3908-4CA0-8A78-2F721D0B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658F6-D6A5-4325-8484-F32736EF4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BE73-2CFB-4D4B-A68E-3D111E1C1EE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0755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4CDE6-A787-4142-83F4-83D3D2482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D7BB7-66F1-4A35-B7B4-47E91C729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D96A2-A6EF-43E4-83E6-ACCB07214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8A80-0BCA-41CC-AE5C-D4F1397AA88B}" type="datetimeFigureOut">
              <a:rPr lang="th-TH" smtClean="0"/>
              <a:t>04/09/68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E83E3-199A-4BE8-B8AE-5DB633522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34C1D-6427-440B-91DD-1F0AE1D82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BE73-2CFB-4D4B-A68E-3D111E1C1EE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18262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315D9-25F7-4235-B6F0-508B321C5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3583C-B7F6-4D68-8359-604BB4B8D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5F769-30FE-45CE-80DE-5CB6BC7F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8A80-0BCA-41CC-AE5C-D4F1397AA88B}" type="datetimeFigureOut">
              <a:rPr lang="th-TH" smtClean="0"/>
              <a:t>04/09/68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9116A-DC02-4B63-B917-3C97DD0A1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A5C09-3F78-45CC-AFF6-377666880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BE73-2CFB-4D4B-A68E-3D111E1C1EE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18849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D05BE-66F0-476C-9C0E-98A4FAD44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9BDF0-C1F7-485F-B2BB-7C8A2CFCDD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3FE1C-BFA9-45FA-A140-D72BE870D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94F00-A369-4DB2-BD3F-9E50D6F36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8A80-0BCA-41CC-AE5C-D4F1397AA88B}" type="datetimeFigureOut">
              <a:rPr lang="th-TH" smtClean="0"/>
              <a:t>04/09/68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01CF5-37E8-4FBF-A69F-D985817D3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5D85CE-A0B4-49C2-82DE-7C68C71A5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BE73-2CFB-4D4B-A68E-3D111E1C1EE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39741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0121-08A6-4E9B-88E1-4D0AC0462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B82EB-547A-4A8A-80B1-8E89C8028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BAB8CB-F349-4D40-9D4F-55ECFA51B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6DC791-A6CD-4DAF-88E2-8C09FC5D7C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803E90-1CA8-4554-B34D-4BFFC73E6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3E8FC4-ABFB-4A70-8B59-AC2D136F2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8A80-0BCA-41CC-AE5C-D4F1397AA88B}" type="datetimeFigureOut">
              <a:rPr lang="th-TH" smtClean="0"/>
              <a:t>04/09/68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45D4D9-A01A-410A-87F2-EDBED2020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8D652D-C266-4714-A03A-79C39105D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BE73-2CFB-4D4B-A68E-3D111E1C1EE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00837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B0DAB-A993-45AB-815D-13177D484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84862-802C-4060-A8D0-DCB3D7989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8A80-0BCA-41CC-AE5C-D4F1397AA88B}" type="datetimeFigureOut">
              <a:rPr lang="th-TH" smtClean="0"/>
              <a:t>04/09/68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797AB4-3B2E-4F28-BFC6-9D0874256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51FF3F-CD0C-429E-AB30-D69A38B2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BE73-2CFB-4D4B-A68E-3D111E1C1EE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01822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970985-0B94-4ECD-BC7D-FA3BBC4D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8A80-0BCA-41CC-AE5C-D4F1397AA88B}" type="datetimeFigureOut">
              <a:rPr lang="th-TH" smtClean="0"/>
              <a:t>04/09/68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0D3A78-EBE5-48C4-8442-9C04B92B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CD6DE-538C-40C3-89B8-F89095FF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BE73-2CFB-4D4B-A68E-3D111E1C1EE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45212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009AF-8395-43C7-B80A-5D5DB8854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13749-2A7D-45CE-9DAA-F3336AEC7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DB7EF9-A8C4-489E-BDD4-8342955AC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E32B84-A8F6-40ED-B9E2-413FD9722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8A80-0BCA-41CC-AE5C-D4F1397AA88B}" type="datetimeFigureOut">
              <a:rPr lang="th-TH" smtClean="0"/>
              <a:t>04/09/68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16489-ADF0-4C8B-8A78-EAA58ADAA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87D03-BBDE-4B69-B3AE-88AE34178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BE73-2CFB-4D4B-A68E-3D111E1C1EE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08928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91B8-78D0-485B-BA8C-DEEE29224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B2BB90-16B3-45D3-8A8E-F81174724A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C74A85-2214-4D0B-AD0D-6182D9E08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1675D-5BFB-435C-838A-E2A8A844B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8A80-0BCA-41CC-AE5C-D4F1397AA88B}" type="datetimeFigureOut">
              <a:rPr lang="th-TH" smtClean="0"/>
              <a:t>04/09/68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36FA2-755A-4398-AAAC-28910CD9A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A550A-596C-4F46-9044-C8CF8EA08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BE73-2CFB-4D4B-A68E-3D111E1C1EE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20855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55B84-1C74-4F94-8C9F-59DC7DD92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99EA7-013A-4DA7-9344-59815EBCF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41FD-4988-4554-8BBC-203E34FF2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8A80-0BCA-41CC-AE5C-D4F1397AA88B}" type="datetimeFigureOut">
              <a:rPr lang="th-TH" smtClean="0"/>
              <a:t>04/09/68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843F4-245A-461E-A8EF-A80B7A54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D6382-DC52-4F9F-A672-6B60BB547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BE73-2CFB-4D4B-A68E-3D111E1C1EE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0745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88B23F-566C-4468-82AF-81EB624158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7F990-D036-47F6-A593-2947BB987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616D6-6339-4838-A08B-294135508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8A80-0BCA-41CC-AE5C-D4F1397AA88B}" type="datetimeFigureOut">
              <a:rPr lang="th-TH" smtClean="0"/>
              <a:t>04/09/68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1153E-1665-4959-B385-4E163113F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0BB5B-A357-4D9C-BFE5-2672FF4ED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BE73-2CFB-4D4B-A68E-3D111E1C1EE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8605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D738B2-A654-4A6F-801E-F4B2C2B44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BE2A0-2A2E-454A-9087-EDB649B82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6182B-DFC0-4448-B8A1-E5F50ACC3E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198A80-0BCA-41CC-AE5C-D4F1397AA88B}" type="datetimeFigureOut">
              <a:rPr lang="th-TH" smtClean="0"/>
              <a:t>04/09/68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162F1-118C-4259-B397-9792F97085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E81CA-DFB0-42D2-AFF1-43034F7F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ABE73-2CFB-4D4B-A68E-3D111E1C1EE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03188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9698" y="2473708"/>
            <a:ext cx="1171903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9600" dirty="0">
                <a:ln w="0">
                  <a:solidFill>
                    <a:srgbClr val="00B050"/>
                  </a:solidFill>
                </a:ln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  <a:cs typeface="JasmineUPC" panose="02020603050405020304" pitchFamily="18" charset="-34"/>
              </a:rPr>
              <a:t>เช็ควัตถุดิบที่อยู่ใน</a:t>
            </a:r>
            <a:r>
              <a:rPr lang="en-US" sz="9600" dirty="0">
                <a:ln w="0">
                  <a:solidFill>
                    <a:srgbClr val="00B050"/>
                  </a:solidFill>
                </a:ln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  <a:cs typeface="JasmineUPC" panose="02020603050405020304" pitchFamily="18" charset="-34"/>
              </a:rPr>
              <a:t> Stock</a:t>
            </a:r>
            <a:endParaRPr lang="th-TH" sz="9600" dirty="0">
              <a:ln w="0">
                <a:solidFill>
                  <a:srgbClr val="00B050"/>
                </a:solidFill>
              </a:ln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ritannic Bold" panose="020B0903060703020204" pitchFamily="34" charset="0"/>
              <a:cs typeface="Jasmine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3225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64490" b="55046"/>
          <a:stretch/>
        </p:blipFill>
        <p:spPr>
          <a:xfrm>
            <a:off x="683172" y="1126254"/>
            <a:ext cx="4708303" cy="33511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22124" y="1481958"/>
            <a:ext cx="5265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เลือกเมนู </a:t>
            </a:r>
            <a:r>
              <a:rPr lang="en-US" dirty="0"/>
              <a:t>CP  Monitor  Material Bulk</a:t>
            </a:r>
            <a:endParaRPr lang="th-TH" dirty="0"/>
          </a:p>
        </p:txBody>
      </p:sp>
      <p:sp>
        <p:nvSpPr>
          <p:cNvPr id="4" name="Rectangle 3"/>
          <p:cNvSpPr/>
          <p:nvPr/>
        </p:nvSpPr>
        <p:spPr>
          <a:xfrm>
            <a:off x="1166648" y="2785241"/>
            <a:ext cx="2995449" cy="8723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58600" y="108521"/>
            <a:ext cx="1795684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6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วิธีที่ 1</a:t>
            </a:r>
            <a:endParaRPr lang="en-US" sz="60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JasmineUPC" panose="02020603050405020304" pitchFamily="18" charset="-34"/>
              <a:cs typeface="Jasmine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516558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-1" r="167" b="4990"/>
          <a:stretch/>
        </p:blipFill>
        <p:spPr>
          <a:xfrm>
            <a:off x="412305" y="1341903"/>
            <a:ext cx="10024468" cy="53636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2305" y="451944"/>
            <a:ext cx="8145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หน้าจอที่แสดงผล  เมื่อเข้าเมนู </a:t>
            </a:r>
            <a:r>
              <a:rPr lang="en-US" dirty="0"/>
              <a:t> CP  Monitor  Material Bulk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280854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-1" r="48925" b="64159"/>
          <a:stretch/>
        </p:blipFill>
        <p:spPr>
          <a:xfrm>
            <a:off x="210206" y="360912"/>
            <a:ext cx="7137267" cy="28172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10207" y="1667435"/>
            <a:ext cx="5039526" cy="8498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400012" y="3543135"/>
            <a:ext cx="59908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กดใส่ข้อมูล ตามกรอบสีแดง  และกด </a:t>
            </a:r>
            <a:r>
              <a:rPr lang="en-US" dirty="0" err="1"/>
              <a:t>Reteive</a:t>
            </a:r>
            <a:endParaRPr lang="th-TH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61828" b="49688"/>
          <a:stretch/>
        </p:blipFill>
        <p:spPr>
          <a:xfrm>
            <a:off x="7347473" y="2726166"/>
            <a:ext cx="4774316" cy="337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93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8004"/>
          <a:stretch/>
        </p:blipFill>
        <p:spPr>
          <a:xfrm>
            <a:off x="311973" y="1699708"/>
            <a:ext cx="11704320" cy="44966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1973" y="2861533"/>
            <a:ext cx="4281542" cy="6131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311972" y="340819"/>
            <a:ext cx="115106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กดใส่ข้อมูล ตามกรอบสีแดง โดยเลือกวันที่ต้องการดู </a:t>
            </a:r>
            <a:r>
              <a:rPr lang="en-US" dirty="0"/>
              <a:t>Stock </a:t>
            </a:r>
            <a:r>
              <a:rPr lang="th-TH" dirty="0"/>
              <a:t>  เลือก </a:t>
            </a:r>
            <a:r>
              <a:rPr lang="en-US" dirty="0"/>
              <a:t>Warehouse </a:t>
            </a:r>
            <a:r>
              <a:rPr lang="th-TH" dirty="0"/>
              <a:t>และกด </a:t>
            </a:r>
            <a:r>
              <a:rPr lang="en-US" dirty="0" err="1"/>
              <a:t>Reteive</a:t>
            </a:r>
            <a:r>
              <a:rPr lang="en-US" dirty="0"/>
              <a:t>  </a:t>
            </a:r>
            <a:r>
              <a:rPr lang="th-TH" dirty="0"/>
              <a:t>ข้อมูลจะขึ้นตามภาพ ว่าช่วงเวลาที่เราเลือกดูมีรายการอะไรบ้าง และมียอดเท่าไหร่</a:t>
            </a:r>
          </a:p>
        </p:txBody>
      </p:sp>
    </p:spTree>
    <p:extLst>
      <p:ext uri="{BB962C8B-B14F-4D97-AF65-F5344CB8AC3E}">
        <p14:creationId xmlns:p14="http://schemas.microsoft.com/office/powerpoint/2010/main" val="3443804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49" y="1198458"/>
            <a:ext cx="11309130" cy="55491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2250" y="459795"/>
            <a:ext cx="11309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กรณีที่ไม่ได้เลือกวันที่  ที่ต้องการดู  เลือกแค่ </a:t>
            </a:r>
            <a:r>
              <a:rPr lang="en-US" dirty="0"/>
              <a:t>Warehouse </a:t>
            </a:r>
            <a:r>
              <a:rPr lang="th-TH" dirty="0"/>
              <a:t>และกด </a:t>
            </a:r>
            <a:r>
              <a:rPr lang="en-US" dirty="0" err="1"/>
              <a:t>Reteive</a:t>
            </a:r>
            <a:r>
              <a:rPr lang="en-US" dirty="0"/>
              <a:t>  </a:t>
            </a:r>
            <a:r>
              <a:rPr lang="th-TH" dirty="0"/>
              <a:t>ข้อมูลจะขึ้นตามภาพ</a:t>
            </a:r>
          </a:p>
        </p:txBody>
      </p:sp>
      <p:sp>
        <p:nvSpPr>
          <p:cNvPr id="4" name="Rectangle 3"/>
          <p:cNvSpPr/>
          <p:nvPr/>
        </p:nvSpPr>
        <p:spPr>
          <a:xfrm>
            <a:off x="252249" y="2152565"/>
            <a:ext cx="4281542" cy="6131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67322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4813"/>
          <a:stretch/>
        </p:blipFill>
        <p:spPr>
          <a:xfrm>
            <a:off x="367864" y="1005941"/>
            <a:ext cx="10174014" cy="54474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2684" y="378372"/>
            <a:ext cx="351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หน้าจอที่แสดงหลังจากกดเลือก</a:t>
            </a:r>
          </a:p>
        </p:txBody>
      </p:sp>
      <p:sp>
        <p:nvSpPr>
          <p:cNvPr id="4" name="Rectangle 3"/>
          <p:cNvSpPr/>
          <p:nvPr/>
        </p:nvSpPr>
        <p:spPr>
          <a:xfrm>
            <a:off x="4330260" y="2596055"/>
            <a:ext cx="888128" cy="37101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4104289" y="241738"/>
            <a:ext cx="1418898" cy="6005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สิ่งที่ต้องการ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1862" y="2596055"/>
            <a:ext cx="767257" cy="371015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/>
          <p:cNvSpPr/>
          <p:nvPr/>
        </p:nvSpPr>
        <p:spPr>
          <a:xfrm>
            <a:off x="6952593" y="2596055"/>
            <a:ext cx="825062" cy="371015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/>
        </p:nvSpPr>
        <p:spPr>
          <a:xfrm>
            <a:off x="5649310" y="241738"/>
            <a:ext cx="1418898" cy="60056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ที่มีอยู่</a:t>
            </a:r>
          </a:p>
        </p:txBody>
      </p:sp>
      <p:sp>
        <p:nvSpPr>
          <p:cNvPr id="9" name="Rectangle 8"/>
          <p:cNvSpPr/>
          <p:nvPr/>
        </p:nvSpPr>
        <p:spPr>
          <a:xfrm>
            <a:off x="7210096" y="241738"/>
            <a:ext cx="1418898" cy="60056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ต้องเบิก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25352" y="2017986"/>
            <a:ext cx="9354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***</a:t>
            </a:r>
            <a:r>
              <a:rPr lang="th-TH" dirty="0">
                <a:solidFill>
                  <a:srgbClr val="FF0000"/>
                </a:solidFill>
              </a:rPr>
              <a:t>จะบอกทั้งหมดที่มีอยู่รวมทุกอาคาร</a:t>
            </a:r>
          </a:p>
        </p:txBody>
      </p:sp>
    </p:spTree>
    <p:extLst>
      <p:ext uri="{BB962C8B-B14F-4D97-AF65-F5344CB8AC3E}">
        <p14:creationId xmlns:p14="http://schemas.microsoft.com/office/powerpoint/2010/main" val="1949083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465" y="1352385"/>
            <a:ext cx="5343525" cy="40481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600" y="108521"/>
            <a:ext cx="1795684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6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วิธีที่ 2</a:t>
            </a:r>
            <a:endParaRPr lang="en-US" sz="60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JasmineUPC" panose="02020603050405020304" pitchFamily="18" charset="-34"/>
              <a:cs typeface="JasmineUPC" panose="02020603050405020304" pitchFamily="18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37737" y="2501461"/>
            <a:ext cx="43407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เลือกเมนู </a:t>
            </a:r>
            <a:r>
              <a:rPr lang="en-US" dirty="0"/>
              <a:t>SU Part On Hard</a:t>
            </a:r>
            <a:endParaRPr lang="th-TH" dirty="0"/>
          </a:p>
        </p:txBody>
      </p:sp>
      <p:sp>
        <p:nvSpPr>
          <p:cNvPr id="5" name="Rectangle 4"/>
          <p:cNvSpPr/>
          <p:nvPr/>
        </p:nvSpPr>
        <p:spPr>
          <a:xfrm>
            <a:off x="1114096" y="2942896"/>
            <a:ext cx="2837794" cy="7147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73592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614" b="32908"/>
          <a:stretch/>
        </p:blipFill>
        <p:spPr>
          <a:xfrm>
            <a:off x="304799" y="1429407"/>
            <a:ext cx="11613931" cy="53182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378372" y="432072"/>
            <a:ext cx="8145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หน้าจอที่แสดงผล  เมื่อเข้าเมนู </a:t>
            </a:r>
            <a:r>
              <a:rPr lang="en-US" dirty="0"/>
              <a:t> SU Part On Hard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809317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67674" b="33014"/>
          <a:stretch/>
        </p:blipFill>
        <p:spPr>
          <a:xfrm>
            <a:off x="455653" y="1608183"/>
            <a:ext cx="4568291" cy="50881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9128" y="908378"/>
            <a:ext cx="56397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กดเลือก </a:t>
            </a:r>
            <a:r>
              <a:rPr lang="en-US" dirty="0"/>
              <a:t>Warehouse </a:t>
            </a:r>
            <a:r>
              <a:rPr lang="th-TH" dirty="0"/>
              <a:t>และกด </a:t>
            </a:r>
            <a:r>
              <a:rPr lang="en-US" dirty="0" err="1"/>
              <a:t>Reteive</a:t>
            </a:r>
            <a:endParaRPr lang="th-TH" dirty="0"/>
          </a:p>
        </p:txBody>
      </p:sp>
      <p:sp>
        <p:nvSpPr>
          <p:cNvPr id="5" name="Rectangle 4"/>
          <p:cNvSpPr/>
          <p:nvPr/>
        </p:nvSpPr>
        <p:spPr>
          <a:xfrm>
            <a:off x="455653" y="3531477"/>
            <a:ext cx="3916650" cy="16606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702" y="1597004"/>
            <a:ext cx="5724161" cy="50881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34400" y="3741684"/>
            <a:ext cx="1145628" cy="3993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ight Arrow 7"/>
          <p:cNvSpPr/>
          <p:nvPr/>
        </p:nvSpPr>
        <p:spPr>
          <a:xfrm>
            <a:off x="5265683" y="3920359"/>
            <a:ext cx="777765" cy="472965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TextBox 8"/>
          <p:cNvSpPr txBox="1"/>
          <p:nvPr/>
        </p:nvSpPr>
        <p:spPr>
          <a:xfrm>
            <a:off x="6866810" y="201499"/>
            <a:ext cx="5178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Stock </a:t>
            </a:r>
            <a:r>
              <a:rPr lang="th-TH" sz="36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ที่มีอยู่ในคลังที่เราเลือกทั้งหมด</a:t>
            </a:r>
          </a:p>
        </p:txBody>
      </p:sp>
    </p:spTree>
    <p:extLst>
      <p:ext uri="{BB962C8B-B14F-4D97-AF65-F5344CB8AC3E}">
        <p14:creationId xmlns:p14="http://schemas.microsoft.com/office/powerpoint/2010/main" val="1908589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78" y="1244799"/>
            <a:ext cx="10241477" cy="550479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2455" y="374775"/>
            <a:ext cx="87656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dirty="0"/>
              <a:t>ข้อมูลจะขึ้นตามภาพ คลังที่เราเลือกดูมีรายการอะไรบ้าง และมียอดเท่าไหร่</a:t>
            </a:r>
          </a:p>
        </p:txBody>
      </p:sp>
      <p:sp>
        <p:nvSpPr>
          <p:cNvPr id="5" name="Rectangle 4"/>
          <p:cNvSpPr/>
          <p:nvPr/>
        </p:nvSpPr>
        <p:spPr>
          <a:xfrm>
            <a:off x="178676" y="3363310"/>
            <a:ext cx="10342179" cy="16185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47645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45292" b="4742"/>
          <a:stretch/>
        </p:blipFill>
        <p:spPr>
          <a:xfrm>
            <a:off x="139469" y="181297"/>
            <a:ext cx="5008738" cy="49057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4413" b="1592"/>
          <a:stretch/>
        </p:blipFill>
        <p:spPr>
          <a:xfrm>
            <a:off x="5498150" y="181297"/>
            <a:ext cx="6557216" cy="3662297"/>
          </a:xfrm>
          <a:prstGeom prst="rect">
            <a:avLst/>
          </a:prstGeom>
        </p:spPr>
      </p:pic>
      <p:sp>
        <p:nvSpPr>
          <p:cNvPr id="6" name="Curved Up Arrow 5"/>
          <p:cNvSpPr/>
          <p:nvPr/>
        </p:nvSpPr>
        <p:spPr>
          <a:xfrm rot="18998156">
            <a:off x="5136868" y="4277709"/>
            <a:ext cx="1774945" cy="672662"/>
          </a:xfrm>
          <a:prstGeom prst="curvedUpArrow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7862" y="5467922"/>
            <a:ext cx="116139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เราสามารถคลิกขวาที่โปรแกรมแล้วเลือก </a:t>
            </a:r>
            <a:r>
              <a:rPr lang="en-US" dirty="0">
                <a:solidFill>
                  <a:srgbClr val="FF0000"/>
                </a:solidFill>
              </a:rPr>
              <a:t>Copy To Excel  </a:t>
            </a:r>
            <a:r>
              <a:rPr lang="th-TH" dirty="0"/>
              <a:t>ข้อมูล </a:t>
            </a:r>
            <a:r>
              <a:rPr lang="en-US" dirty="0"/>
              <a:t>Stock </a:t>
            </a:r>
            <a:r>
              <a:rPr lang="th-TH" dirty="0"/>
              <a:t>ทั้งหมด ที่อยู่ใน </a:t>
            </a:r>
            <a:r>
              <a:rPr lang="en-US" dirty="0"/>
              <a:t>WH </a:t>
            </a:r>
            <a:r>
              <a:rPr lang="th-TH" dirty="0"/>
              <a:t>เราจะแสดงใน </a:t>
            </a:r>
            <a:r>
              <a:rPr lang="en-US" dirty="0"/>
              <a:t>Excel  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405414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63" y="1842103"/>
            <a:ext cx="11662412" cy="38650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19058" y="254051"/>
            <a:ext cx="5178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Stock </a:t>
            </a:r>
            <a:r>
              <a:rPr lang="th-TH" sz="36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ที่มีอยู่ในคลังที่เราและคลังอื่น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620110" y="2795753"/>
            <a:ext cx="2175642" cy="3258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TextBox 5"/>
          <p:cNvSpPr txBox="1"/>
          <p:nvPr/>
        </p:nvSpPr>
        <p:spPr>
          <a:xfrm>
            <a:off x="319638" y="1023992"/>
            <a:ext cx="9066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ใส่เลข </a:t>
            </a:r>
            <a:r>
              <a:rPr lang="en-US" dirty="0"/>
              <a:t>Part </a:t>
            </a:r>
            <a:r>
              <a:rPr lang="th-TH" dirty="0"/>
              <a:t>และกด </a:t>
            </a:r>
            <a:r>
              <a:rPr lang="en-US" dirty="0" err="1"/>
              <a:t>Reteive</a:t>
            </a:r>
            <a:r>
              <a:rPr lang="en-US" dirty="0"/>
              <a:t>  </a:t>
            </a:r>
            <a:r>
              <a:rPr lang="th-TH" dirty="0"/>
              <a:t>ข้อมูลจะแสดง ว่า</a:t>
            </a:r>
            <a:r>
              <a:rPr lang="en-US" dirty="0"/>
              <a:t>part </a:t>
            </a:r>
            <a:r>
              <a:rPr lang="th-TH" dirty="0"/>
              <a:t>ที่เราหาอยู่  มีอยู่ที่คลังไหนบ้าง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7738" y="4614041"/>
            <a:ext cx="2511972" cy="357352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26426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223</Words>
  <Application>Microsoft Office PowerPoint</Application>
  <PresentationFormat>Widescreen</PresentationFormat>
  <Paragraphs>21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Britannic Bold</vt:lpstr>
      <vt:lpstr>Calibri</vt:lpstr>
      <vt:lpstr>Calibri Light</vt:lpstr>
      <vt:lpstr>JasmineUPC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Sirikanda Nakjakha</dc:creator>
  <cp:lastModifiedBy>Sirikanda Nakjakha</cp:lastModifiedBy>
  <cp:revision>2</cp:revision>
  <dcterms:created xsi:type="dcterms:W3CDTF">2025-09-04T03:19:01Z</dcterms:created>
  <dcterms:modified xsi:type="dcterms:W3CDTF">2025-09-04T06:13:21Z</dcterms:modified>
</cp:coreProperties>
</file>