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  <p:sldId id="368" r:id="rId4"/>
    <p:sldId id="407" r:id="rId5"/>
    <p:sldId id="409" r:id="rId6"/>
    <p:sldId id="410" r:id="rId7"/>
    <p:sldId id="411" r:id="rId8"/>
    <p:sldId id="412" r:id="rId9"/>
    <p:sldId id="408" r:id="rId10"/>
    <p:sldId id="413" r:id="rId11"/>
    <p:sldId id="414" r:id="rId12"/>
    <p:sldId id="415" r:id="rId13"/>
    <p:sldId id="416" r:id="rId14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C3D50-2188-4954-889E-A388F0573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9CE4B-B215-4A41-B429-0E817AF25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CCB0C-1C37-4AEC-962D-EEBC297B9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A9F28-9F32-40B7-837C-029C21ED7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FC009-A0A1-4E78-BBE9-C80D7BC1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6505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48246-7CFC-453B-B1EE-34867F80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3F462-E074-4FEE-8D32-990B27B64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96D10-23B2-45A8-A1F7-E7F7A72B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E82A7-F928-48AB-9B49-A09F78CE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CAF55-D862-4981-A48D-E8743624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3660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01FD-F09F-4ED8-AADE-0666128E0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2D5B8-5433-4690-9BC7-096F60CA5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D27A6-32EA-42E1-BF3F-EC308A9F9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7E1FC-E80B-4F69-8628-0FC689122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EBDF1-9737-497B-BDA3-96A61425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9532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D63F0-97F0-4841-B295-7899A24F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B3DEA-C932-44EF-A22A-30A29EB1C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29FA7-05F0-40B9-B40F-FC5904AE1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BBB62-DA0F-427A-A41F-67025B76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9E406-C594-4E66-9EB5-DCDD6D47D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0A1A7-0077-48B8-90D8-E41741E7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7613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19F0-7606-49C6-89F1-F928B3563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CFE72-5561-4CEF-A255-03B4D1288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0F35D-D5A7-4B70-9A79-FC639B0C4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5D461B-C1EB-438D-A4AB-7D650FD41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67C25F-2A34-403A-92B5-E93D575CC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CFBB2-365B-40E9-8D83-D685DAB6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E2AF0-5587-46E3-A669-2E31FBDF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355CAD-4982-46A6-BC97-CEB86D5FE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27598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A43B-9240-44C0-A3D3-9836E7251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36AD6-79E9-4A69-AB62-1A8B8509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543FA-6882-4A68-B9E8-64BA6086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D1E27-6583-41B0-B0EC-BE19214B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390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0D660D-F407-4FF7-B97B-F6D01D353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C381D-9A1B-4CC9-9BB3-D00A7647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29C77-E7CD-4AE0-AA67-4EF8C2E1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1567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0639C-8EAF-4C28-8D3E-47334D39E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60DA6-A36C-4C0F-81E5-C0CA8B477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B55D8-85A2-4F32-8F45-496ABCE45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2D573-CF3F-42C9-9E4B-7CFA3C7B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FF097-F8EA-4DF9-A078-35440C99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9330B-3139-4072-8485-35A288CA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7812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493B-68B5-44BD-9D6C-933431972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BEB55E-48F9-4C63-86BC-172A3504D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83853-8FCA-49CE-931E-E601CCD6B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B4610-A1FF-450C-93A7-970FA555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1F84C-92D7-49A3-94F2-D1763558C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D921B-7A5C-4AEB-A286-CC2C7AF29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3197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389E2-45C2-4EF3-9034-338700EBF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7A27C-27B8-421F-AEF6-D15A5B80E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36BC5-4601-4033-B76A-D3B341309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B5D74-0E74-4BC3-9965-A2D8D460E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DB259-C748-4A8B-B97C-3ED9E796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2164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8D1AEC-4599-4DFD-9997-99727C733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48B06-7479-4F61-B4F5-B19EBDBB7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12B5-5605-433F-8FBC-41F4147D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6498C-85F8-49CD-8292-A91739EF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E3FFB-170B-45AD-9341-F793046A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6489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DF981-A149-4B2F-80CE-E617C1F7D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7DAB6-8CA2-483B-92C1-271CF93AC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A2058-08A9-4B89-8027-FC58BD3B3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1E714-CFF4-4481-816C-F216806D1E8D}" type="datetimeFigureOut">
              <a:rPr lang="th-TH" smtClean="0"/>
              <a:t>05/09/68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EDDF5-047B-454D-AC0B-97A3957E8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87FE3-3FD7-4AA1-975A-861B808AE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2309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611104-E7B4-198E-FECE-53E42B8CA030}"/>
              </a:ext>
            </a:extLst>
          </p:cNvPr>
          <p:cNvSpPr txBox="1"/>
          <p:nvPr/>
        </p:nvSpPr>
        <p:spPr>
          <a:xfrm>
            <a:off x="378373" y="2017987"/>
            <a:ext cx="1137219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3800" dirty="0">
                <a:ln w="0">
                  <a:solidFill>
                    <a:srgbClr val="33CCFF"/>
                  </a:solidFill>
                </a:ln>
                <a:solidFill>
                  <a:srgbClr val="33CC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การปิด </a:t>
            </a:r>
            <a:r>
              <a:rPr lang="en-US" sz="13800" dirty="0">
                <a:ln w="0">
                  <a:solidFill>
                    <a:srgbClr val="33CCFF"/>
                  </a:solidFill>
                </a:ln>
                <a:solidFill>
                  <a:srgbClr val="33CC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Job</a:t>
            </a:r>
            <a:endParaRPr lang="th-TH" sz="13800" dirty="0">
              <a:ln w="0">
                <a:solidFill>
                  <a:srgbClr val="33CCFF"/>
                </a:solidFill>
              </a:ln>
              <a:solidFill>
                <a:srgbClr val="33CC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0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E8160F-343B-17DA-5A9F-F2C0B92E5D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579" b="54741"/>
          <a:stretch/>
        </p:blipFill>
        <p:spPr>
          <a:xfrm>
            <a:off x="432162" y="1493156"/>
            <a:ext cx="4930669" cy="38716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D9E9DF-DF78-0D5F-8866-3ACAAFCE99B2}"/>
              </a:ext>
            </a:extLst>
          </p:cNvPr>
          <p:cNvSpPr/>
          <p:nvPr/>
        </p:nvSpPr>
        <p:spPr>
          <a:xfrm>
            <a:off x="907291" y="3682160"/>
            <a:ext cx="2920638" cy="6657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04D0C-EBBD-5D26-84BF-3EEBC4364C51}"/>
              </a:ext>
            </a:extLst>
          </p:cNvPr>
          <p:cNvSpPr txBox="1"/>
          <p:nvPr/>
        </p:nvSpPr>
        <p:spPr>
          <a:xfrm>
            <a:off x="6337738" y="2772676"/>
            <a:ext cx="4724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เลือกเมนู</a:t>
            </a:r>
            <a:r>
              <a:rPr lang="en-US" dirty="0"/>
              <a:t> SU Job Closing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499608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DC500-693A-E52D-6655-54E999130406}"/>
              </a:ext>
            </a:extLst>
          </p:cNvPr>
          <p:cNvSpPr txBox="1"/>
          <p:nvPr/>
        </p:nvSpPr>
        <p:spPr>
          <a:xfrm>
            <a:off x="378372" y="663300"/>
            <a:ext cx="8586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</a:t>
            </a:r>
            <a:r>
              <a:rPr lang="en-US" dirty="0"/>
              <a:t>SU Job Closing</a:t>
            </a:r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5E556-5641-4D50-BB33-7DE8BC8D5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56" y="2078551"/>
            <a:ext cx="11929088" cy="40343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9081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F473F5-393B-61F8-BFCA-391A9D2A2296}"/>
              </a:ext>
            </a:extLst>
          </p:cNvPr>
          <p:cNvSpPr txBox="1"/>
          <p:nvPr/>
        </p:nvSpPr>
        <p:spPr>
          <a:xfrm>
            <a:off x="418653" y="187808"/>
            <a:ext cx="8342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ใส่เลข </a:t>
            </a:r>
            <a:r>
              <a:rPr lang="en-US" dirty="0"/>
              <a:t>Job  </a:t>
            </a:r>
            <a:r>
              <a:rPr lang="th-TH" dirty="0"/>
              <a:t>ในช่อง </a:t>
            </a:r>
            <a:r>
              <a:rPr lang="en-US" dirty="0"/>
              <a:t>Job </a:t>
            </a:r>
            <a:r>
              <a:rPr lang="th-TH" dirty="0"/>
              <a:t>เสร็จแล้วกด                บนเป้นพิมพ์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49E283-BE7C-3E29-7D48-2532D11688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0" y="94645"/>
            <a:ext cx="968187" cy="616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177F41-E999-45EC-B840-BD5A9ACFA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53" y="711028"/>
            <a:ext cx="4492014" cy="1861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B97CFF-60C1-4175-8174-CBAF1FEA8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6" y="2997201"/>
            <a:ext cx="11917653" cy="37324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D19F0D42-E365-4AFA-A5F0-29744AF64F42}"/>
              </a:ext>
            </a:extLst>
          </p:cNvPr>
          <p:cNvSpPr/>
          <p:nvPr/>
        </p:nvSpPr>
        <p:spPr>
          <a:xfrm rot="20111803">
            <a:off x="5189393" y="1930726"/>
            <a:ext cx="575733" cy="98506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081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51BEE5-9756-45CB-8CD2-2EAC96668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92" y="1744231"/>
            <a:ext cx="11800815" cy="35728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33F942-A93D-4096-BB0B-AC663B0FD62E}"/>
              </a:ext>
            </a:extLst>
          </p:cNvPr>
          <p:cNvSpPr txBox="1"/>
          <p:nvPr/>
        </p:nvSpPr>
        <p:spPr>
          <a:xfrm>
            <a:off x="508000" y="347133"/>
            <a:ext cx="3386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Operation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61305D-98C1-4944-B065-F376FA70E146}"/>
              </a:ext>
            </a:extLst>
          </p:cNvPr>
          <p:cNvSpPr/>
          <p:nvPr/>
        </p:nvSpPr>
        <p:spPr>
          <a:xfrm>
            <a:off x="4521200" y="4690533"/>
            <a:ext cx="762000" cy="4148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B65E59-C5B1-4354-8D4C-F91A4DD3CA09}"/>
              </a:ext>
            </a:extLst>
          </p:cNvPr>
          <p:cNvSpPr/>
          <p:nvPr/>
        </p:nvSpPr>
        <p:spPr>
          <a:xfrm>
            <a:off x="2692400" y="4690532"/>
            <a:ext cx="592666" cy="4148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D4526A-DA6A-44F2-B8A3-3DDE263E7E3F}"/>
              </a:ext>
            </a:extLst>
          </p:cNvPr>
          <p:cNvSpPr/>
          <p:nvPr/>
        </p:nvSpPr>
        <p:spPr>
          <a:xfrm>
            <a:off x="5681133" y="4690531"/>
            <a:ext cx="592666" cy="4148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18519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9CAC98-5ABB-4CC4-A015-EED4D88AD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66" y="1803325"/>
            <a:ext cx="11870267" cy="42371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47E3AB-52DF-474A-B47F-DC87BFBE93F9}"/>
              </a:ext>
            </a:extLst>
          </p:cNvPr>
          <p:cNvSpPr txBox="1"/>
          <p:nvPr/>
        </p:nvSpPr>
        <p:spPr>
          <a:xfrm>
            <a:off x="254000" y="203199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Materials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093106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EF1CB5-38FE-4864-9D01-8A6D43635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1" y="1794111"/>
            <a:ext cx="11031489" cy="4201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C8F9E6-443C-46F8-B143-9A58895F9158}"/>
              </a:ext>
            </a:extLst>
          </p:cNvPr>
          <p:cNvSpPr/>
          <p:nvPr/>
        </p:nvSpPr>
        <p:spPr>
          <a:xfrm>
            <a:off x="6646333" y="3953933"/>
            <a:ext cx="2506134" cy="279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7A914-710C-4F9F-9D60-261EB6ACD636}"/>
              </a:ext>
            </a:extLst>
          </p:cNvPr>
          <p:cNvSpPr/>
          <p:nvPr/>
        </p:nvSpPr>
        <p:spPr>
          <a:xfrm>
            <a:off x="6646333" y="4695177"/>
            <a:ext cx="2506134" cy="279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2527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04E667-DE01-4E64-93BB-DF15387DA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1664467"/>
            <a:ext cx="11183911" cy="41725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354979-AF68-44A7-BFD7-7BFB313F8B9B}"/>
              </a:ext>
            </a:extLst>
          </p:cNvPr>
          <p:cNvSpPr/>
          <p:nvPr/>
        </p:nvSpPr>
        <p:spPr>
          <a:xfrm>
            <a:off x="2540307" y="5158534"/>
            <a:ext cx="3555692" cy="273269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B4CCD-8836-45E2-9374-5949C4B10B06}"/>
              </a:ext>
            </a:extLst>
          </p:cNvPr>
          <p:cNvSpPr txBox="1"/>
          <p:nvPr/>
        </p:nvSpPr>
        <p:spPr>
          <a:xfrm>
            <a:off x="354000" y="193634"/>
            <a:ext cx="11333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ตรวจสอบข้อมูลที่ทำงานตัดสต๊อก ให้ถูกต้องตามใบงาน  เสร็จแล้วกด </a:t>
            </a:r>
            <a:r>
              <a:rPr lang="en-US" dirty="0"/>
              <a:t>complete  </a:t>
            </a:r>
            <a:r>
              <a:rPr lang="th-TH" dirty="0"/>
              <a:t>และกดบันทึก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2A2F79-0907-406C-BB6C-84D48B245DA8}"/>
              </a:ext>
            </a:extLst>
          </p:cNvPr>
          <p:cNvSpPr/>
          <p:nvPr/>
        </p:nvSpPr>
        <p:spPr>
          <a:xfrm>
            <a:off x="694267" y="2065867"/>
            <a:ext cx="381000" cy="3386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86874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0151"/>
          <a:stretch/>
        </p:blipFill>
        <p:spPr>
          <a:xfrm>
            <a:off x="189184" y="1832026"/>
            <a:ext cx="11708526" cy="4600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1945" y="777766"/>
            <a:ext cx="9501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เมื่อเรากด </a:t>
            </a:r>
            <a:r>
              <a:rPr lang="en-US" dirty="0"/>
              <a:t>complete   </a:t>
            </a:r>
            <a:r>
              <a:rPr lang="th-TH" dirty="0"/>
              <a:t>ให้ส่งใบงานไปที่แผน เพื่อให้แผนกด </a:t>
            </a:r>
            <a:r>
              <a:rPr lang="en-US" dirty="0"/>
              <a:t>Closed  Job 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7269" y="4666594"/>
            <a:ext cx="819807" cy="2312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6414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48DFE3-79C4-4716-B08F-658E03699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3" y="169552"/>
            <a:ext cx="3910459" cy="28699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E6861E-DB93-444F-AAF6-A274C22AF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33" y="3603354"/>
            <a:ext cx="11726333" cy="31825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3454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71DB9F-EF58-4F0E-9272-49C4B1A61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64" y="2196300"/>
            <a:ext cx="11702072" cy="29514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4674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A35824-54CC-4EF6-939B-8ED635D50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09" y="1815154"/>
            <a:ext cx="11918982" cy="35527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8846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FA0AF2-515E-4931-AC0C-246683EAD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7" y="2279051"/>
            <a:ext cx="11885867" cy="22421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7700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64</Words>
  <Application>Microsoft Office PowerPoint</Application>
  <PresentationFormat>Widescreen</PresentationFormat>
  <Paragraphs>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Britannic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Sirikanda Nakjakha</cp:lastModifiedBy>
  <cp:revision>4</cp:revision>
  <dcterms:created xsi:type="dcterms:W3CDTF">2025-09-05T04:07:48Z</dcterms:created>
  <dcterms:modified xsi:type="dcterms:W3CDTF">2025-09-05T06:18:16Z</dcterms:modified>
</cp:coreProperties>
</file>