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56" r:id="rId2"/>
    <p:sldId id="349" r:id="rId3"/>
    <p:sldId id="353" r:id="rId4"/>
    <p:sldId id="354" r:id="rId5"/>
    <p:sldId id="355" r:id="rId6"/>
    <p:sldId id="357" r:id="rId7"/>
    <p:sldId id="358" r:id="rId8"/>
    <p:sldId id="386" r:id="rId9"/>
    <p:sldId id="384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1A1FB-AEEA-4F76-956C-4D005FC1837E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6B050-C9C4-445C-8386-E7E479F64A8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191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4CDF-B317-48E5-B9F7-0AA89119A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F4BAE-2C7F-471E-9136-713542370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58421-9BEF-4386-B34B-B86EEE65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DC6FF-E1D7-42D5-87F2-2176FA32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F916D-6E37-4D26-A359-7CB58814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39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49D2-5EC2-4F07-9A12-E01B31FF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AA22B-AFCE-423A-B1BB-FDC67768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81C4F-E975-4344-9EC6-604C81CDC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6499-DB92-4B21-8BDF-05122888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7344-77B1-49CD-A182-429D9E46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669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D1ED-3D93-4151-AC42-2B3191FF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A98EE-D36F-4B67-B870-9BCBA3656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B2D5A-7F9D-4888-BE05-42F72F75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8B88-4579-400F-8705-AA1ACB9F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E0E39-17D6-495B-AFA3-F8800635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296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1447-B88B-41BF-9F35-5760ABE3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D621-BF80-403D-937A-AC016783D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D2484-9582-49F2-A1F0-43A2C7300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E7510-1210-4733-A101-E373AE58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C455E-9D3C-44DD-8DDE-0ECE5B3D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D5FE1-F294-4F5C-86D6-53748619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299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202B-3F14-4B28-8BDF-9ABC59B0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507B3-6329-4874-A945-7E8D53F22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E02C7-2A89-4F6F-9EFB-63016C211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018F9-EE05-452C-BAC3-B890BAC4E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55BF6-8DC4-4E07-8790-891AF9289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9E20D-9089-42FA-AC17-A0D36295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F27E2-96CC-4EE1-88F7-D207C6E3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BA657-2505-491C-89E6-A7FB842C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684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88C6-693C-4ECD-AA94-1FC63F18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1DEAC-2F6B-4EFB-A6BA-84C3A844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F01FD-2556-4384-859B-4347F618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81851-3FA3-4CB0-91D3-16EDDFF3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13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E72AB-D26C-4177-B01C-B6CC630F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AF021-36BC-46C3-99C6-DC9351F1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550EE-F741-4AAE-BA6F-324E12C3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309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0BF6-E388-484A-B74B-1BBA9209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EA79-9338-4F05-8821-D59C277D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6949E-896A-466F-8899-F78AEFC03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00EB6-8775-46CF-939B-DBB00F87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2BF6D-13BD-4CD1-BAD5-74DBBFF4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B1323-F0E5-420A-ADA7-FA9B7D11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191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AAD0-188F-4999-8062-41C3651E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2D3AA-A39D-4900-B3FF-C1ACF418A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AB55F-F59F-4420-BB25-D0FA2785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E5746-F731-430D-B90E-F53E3E23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FF1EE-DD4F-4A1A-8D0C-56A5BB4D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1B242-615E-479D-BCCF-5D060402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076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0AB8-4A11-474B-842C-1164E8AD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22C5F-D9F5-4058-A526-14D486953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38C5-7E3E-468C-A50D-7CC8231D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8E264-84D7-48C0-8386-1D26FCF3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A3C2C-95A4-42EB-8246-86733C4E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553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934235-A223-47E1-A56D-F767D4F52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BBFED-84E2-47B5-8801-F11F04BB5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19E27-869E-40F0-AC5B-7A510AE6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38AE-6DF3-4470-A41E-6B944288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D898-6448-4C4B-9B3A-7CAF8631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762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2F3841-9CDD-453E-A4E6-0DA5554FD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1B768-65A5-4456-A2DF-B67CED99C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EC60-59E1-4991-8BDC-5CC025AFC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8E74A-CD52-4A6B-901F-BDE36E8A3993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9397D-0671-44A4-9AAA-46A1D4912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7D5C0-3750-4756-87F5-BBF025EB0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A0488-FB91-4C6C-B063-748142268D2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0171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524" y="3683789"/>
            <a:ext cx="11634951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16600" b="1" dirty="0">
                <a:ln>
                  <a:solidFill>
                    <a:srgbClr val="92D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การตัด  </a:t>
            </a:r>
            <a:r>
              <a:rPr lang="en-US" sz="16600" b="1" dirty="0">
                <a:ln>
                  <a:solidFill>
                    <a:srgbClr val="92D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Stock</a:t>
            </a:r>
            <a:endParaRPr lang="en-US" sz="16600" b="1" cap="none" spc="0" dirty="0">
              <a:ln>
                <a:solidFill>
                  <a:srgbClr val="92D050"/>
                </a:solidFill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1695C-3AB8-4E15-A54E-C44835CECDB6}"/>
              </a:ext>
            </a:extLst>
          </p:cNvPr>
          <p:cNvSpPr txBox="1"/>
          <p:nvPr/>
        </p:nvSpPr>
        <p:spPr>
          <a:xfrm>
            <a:off x="1041398" y="737457"/>
            <a:ext cx="108720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US" sz="4800" u="none" strike="noStrike" dirty="0">
                <a:solidFill>
                  <a:srgbClr val="0000FF"/>
                </a:solidFill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JOB-01 Issue Material to Job</a:t>
            </a:r>
          </a:p>
          <a:p>
            <a:pPr fontAlgn="b"/>
            <a:r>
              <a:rPr lang="en-US" sz="48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JOB-02 Issue Material to Production Floor</a:t>
            </a:r>
            <a:endParaRPr lang="en-US" sz="4800" b="0" i="0" u="none" strike="noStrike" dirty="0">
              <a:solidFill>
                <a:srgbClr val="000000"/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fontAlgn="b"/>
            <a:r>
              <a:rPr lang="en-US" sz="48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JOB-03 Issue Material from Production Floor to Job</a:t>
            </a:r>
            <a:endParaRPr lang="en-US" sz="4800" b="0" i="0" u="none" strike="noStrike" dirty="0">
              <a:solidFill>
                <a:srgbClr val="000000"/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725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705087"/>
              </p:ext>
            </p:extLst>
          </p:nvPr>
        </p:nvGraphicFramePr>
        <p:xfrm>
          <a:off x="237067" y="321733"/>
          <a:ext cx="11607799" cy="62137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049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617307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Process)</a:t>
                      </a:r>
                      <a:endParaRPr lang="en-US" sz="240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JOB-01  Issue Material to Job 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การตัดสต๊อก 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เข้า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</a:t>
                      </a:r>
                      <a:endParaRPr lang="en-US" sz="2400" u="none" strike="noStrike" dirty="0">
                        <a:solidFill>
                          <a:schemeClr val="tx1"/>
                        </a:solidFill>
                        <a:effectLst/>
                        <a:latin typeface="JasmineUPC" panose="02020603050405020304" pitchFamily="18" charset="-34"/>
                        <a:cs typeface="JasmineUPC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73490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In put)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/>
                        <a:t>ใบสั่งผลิต  เตรียมวัตถุดิบ  ต้ม  บรรจุ  ติดฉลาก</a:t>
                      </a:r>
                      <a:endParaRPr lang="th-TH" sz="2400" baseline="0" dirty="0"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859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ขั้นตอนย่อย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Sub process)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เขียนจำนวน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ที่ใช้งานลงใน</a:t>
                      </a:r>
                      <a:r>
                        <a:rPr lang="th-TH" sz="2400" baseline="0" dirty="0"/>
                        <a:t>ใบสั่งผลิตให้ถูกต้อง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ใส่เลข </a:t>
                      </a:r>
                      <a:r>
                        <a:rPr lang="en-US" sz="2400" baseline="0" dirty="0"/>
                        <a:t>Job </a:t>
                      </a:r>
                      <a:r>
                        <a:rPr lang="th-TH" sz="2400" baseline="0" dirty="0"/>
                        <a:t>ที่ต้องการตัดสต๊อก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เลือกวันที่ให้ตรงกับวันที่เราทำงาน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เลือกรายการที่ตัดสต๊อก ใส่จำนวนที่ตัดส๊อก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 </a:t>
                      </a:r>
                      <a:r>
                        <a:rPr lang="en-US" sz="2400" baseline="0" dirty="0"/>
                        <a:t>WH </a:t>
                      </a:r>
                      <a:r>
                        <a:rPr lang="th-TH" sz="2400" baseline="0" dirty="0"/>
                        <a:t>ที่ทำการตัดสต๊อกให้ถูกต้อง</a:t>
                      </a:r>
                      <a:endParaRPr lang="th-TH" sz="2400" baseline="0" dirty="0"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4. ความเสี่ยง </a:t>
                      </a:r>
                    </a:p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Risk)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ตัดสต๊อกผิดวันทำให้สต๊อกติดลบ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เลือกคลังไม่ถูกต้อง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ใส่จำนวนผิด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458902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5. จุดควบคุม</a:t>
                      </a: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Control point)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วันที่ที่ทำการตัดสต๊อก ต้องถูกต้องกับวันที่นำไปใช้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ปริมาณที่ใช้งานต้องตรงกับที่เขียนในใบงาน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กรณีที่มีการเปลี่ยน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Part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ในการตัดสต๊อกต้องแก้ก่อนตัดสต๊อก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47" y="878763"/>
            <a:ext cx="5085201" cy="5125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A04D0C-EBBD-5D26-84BF-3EEBC4364C51}"/>
              </a:ext>
            </a:extLst>
          </p:cNvPr>
          <p:cNvSpPr txBox="1"/>
          <p:nvPr/>
        </p:nvSpPr>
        <p:spPr>
          <a:xfrm>
            <a:off x="6337738" y="2772676"/>
            <a:ext cx="472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</a:t>
            </a:r>
            <a:r>
              <a:rPr lang="en-US" dirty="0"/>
              <a:t> Issue Material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145628" y="4624552"/>
            <a:ext cx="3121572" cy="9984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2662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4757"/>
          <a:stretch/>
        </p:blipFill>
        <p:spPr>
          <a:xfrm>
            <a:off x="185599" y="1506580"/>
            <a:ext cx="11811897" cy="49993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9DC500-693A-E52D-6655-54E999130406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เลือกเมนู</a:t>
            </a:r>
            <a:r>
              <a:rPr lang="en-US" dirty="0"/>
              <a:t>  Issue Material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6152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4434"/>
          <a:stretch/>
        </p:blipFill>
        <p:spPr>
          <a:xfrm>
            <a:off x="520076" y="1725699"/>
            <a:ext cx="11048105" cy="46961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81655" y="2827283"/>
            <a:ext cx="1765738" cy="210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77766" y="1051034"/>
            <a:ext cx="7956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คีย์เลข  </a:t>
            </a:r>
            <a:r>
              <a:rPr lang="en-US" dirty="0"/>
              <a:t>Job </a:t>
            </a:r>
            <a:r>
              <a:rPr lang="th-TH" dirty="0"/>
              <a:t>  เสร็จแล้วกด </a:t>
            </a:r>
            <a:r>
              <a:rPr lang="en-US" dirty="0"/>
              <a:t>Tab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051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5772"/>
          <a:stretch/>
        </p:blipFill>
        <p:spPr>
          <a:xfrm>
            <a:off x="413489" y="1801975"/>
            <a:ext cx="11442179" cy="47775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924910"/>
            <a:ext cx="696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เลือกรายการที่เราต้องการตัดสต๊อก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2166" y="3363310"/>
            <a:ext cx="2774731" cy="8303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531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4944"/>
          <a:stretch/>
        </p:blipFill>
        <p:spPr>
          <a:xfrm>
            <a:off x="356651" y="1663527"/>
            <a:ext cx="11320342" cy="4779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2455" y="564898"/>
            <a:ext cx="8345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เมื่อเรากดเลือก เพื่อตัดสต๊อก ข้อมูลจะขึ้นมาให้ ว่าต้องทำการตัดเท่าไหร่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8593" y="3216166"/>
            <a:ext cx="5065986" cy="8370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02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9652"/>
          <a:stretch/>
        </p:blipFill>
        <p:spPr>
          <a:xfrm>
            <a:off x="956441" y="1350571"/>
            <a:ext cx="10314646" cy="52394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37489" y="4824248"/>
            <a:ext cx="2774731" cy="840828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6113765" y="4950371"/>
            <a:ext cx="2220938" cy="325821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504497" y="304800"/>
            <a:ext cx="7830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ใส่จำนวนที่ตัด  เลือก </a:t>
            </a:r>
            <a:r>
              <a:rPr lang="en-US" dirty="0"/>
              <a:t>WH</a:t>
            </a:r>
            <a:r>
              <a:rPr lang="th-TH" dirty="0"/>
              <a:t> </a:t>
            </a:r>
            <a:r>
              <a:rPr lang="en-US" dirty="0"/>
              <a:t>,</a:t>
            </a:r>
            <a:r>
              <a:rPr lang="th-TH" dirty="0"/>
              <a:t> </a:t>
            </a:r>
            <a:r>
              <a:rPr lang="en-US" dirty="0"/>
              <a:t>BIN </a:t>
            </a:r>
            <a:r>
              <a:rPr lang="th-TH" dirty="0"/>
              <a:t>และใส่</a:t>
            </a:r>
            <a:r>
              <a:rPr lang="en-US" dirty="0"/>
              <a:t>Lot Number</a:t>
            </a:r>
            <a:endParaRPr lang="th-TH" dirty="0"/>
          </a:p>
        </p:txBody>
      </p:sp>
      <p:sp>
        <p:nvSpPr>
          <p:cNvPr id="6" name="TextBox 5"/>
          <p:cNvSpPr txBox="1"/>
          <p:nvPr/>
        </p:nvSpPr>
        <p:spPr>
          <a:xfrm>
            <a:off x="1648755" y="777031"/>
            <a:ext cx="10314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ทำการตัดสต๊อก ให้ครบตามจำนวน</a:t>
            </a:r>
            <a:r>
              <a:rPr lang="en-US" sz="2000" dirty="0"/>
              <a:t> </a:t>
            </a:r>
            <a:r>
              <a:rPr lang="en-US" sz="2000" dirty="0" err="1"/>
              <a:t>Bom</a:t>
            </a:r>
            <a:r>
              <a:rPr lang="th-TH" sz="2000" dirty="0"/>
              <a:t> ที่ผูกไว้ </a:t>
            </a:r>
            <a:r>
              <a:rPr lang="en-US" sz="2000" dirty="0"/>
              <a:t> </a:t>
            </a:r>
            <a:r>
              <a:rPr lang="th-TH" sz="2000" dirty="0"/>
              <a:t>ดูตามในสั่งผลิตที่เราเขียนข้อมูล กรณีที่มีการปรับแก้  เสีย  ตัวอย่าง  ให้ตัดสต๊อกเพิ่ม  ช่อง</a:t>
            </a:r>
            <a:r>
              <a:rPr lang="en-US" sz="2000" dirty="0"/>
              <a:t>Reference </a:t>
            </a:r>
            <a:r>
              <a:rPr lang="th-TH" sz="2000" dirty="0"/>
              <a:t>ให้ทำการใส่เหตุผลด้วย เพื่อง่ายต่อการสอบกลับ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5145" y="5917324"/>
            <a:ext cx="746234" cy="4414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2175641" y="5951153"/>
            <a:ext cx="1145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OK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727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8041" b="20786"/>
          <a:stretch/>
        </p:blipFill>
        <p:spPr>
          <a:xfrm>
            <a:off x="199696" y="424889"/>
            <a:ext cx="7725103" cy="5555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45517" y="1460938"/>
            <a:ext cx="3647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*****กรณีที่เป็นสาร </a:t>
            </a:r>
            <a:r>
              <a:rPr lang="en-US" dirty="0"/>
              <a:t>RD </a:t>
            </a:r>
            <a:r>
              <a:rPr lang="th-TH" dirty="0"/>
              <a:t>จะลงเป็น</a:t>
            </a:r>
            <a:r>
              <a:rPr lang="en-US" dirty="0"/>
              <a:t>premix</a:t>
            </a:r>
            <a:r>
              <a:rPr lang="th-TH" dirty="0"/>
              <a:t> ซึ่งฝ่ายผลิตจะไม่รู้น้ำหนัก  ให้ตัดตามข้อมูลที่ </a:t>
            </a:r>
            <a:r>
              <a:rPr lang="en-US" dirty="0"/>
              <a:t>RD </a:t>
            </a:r>
            <a:r>
              <a:rPr lang="th-TH" dirty="0"/>
              <a:t> ลงไปให้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4041" y="2312276"/>
            <a:ext cx="2469931" cy="4729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499945" y="2732690"/>
            <a:ext cx="1292772" cy="1303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24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322</Words>
  <Application>Microsoft Office PowerPoint</Application>
  <PresentationFormat>Widescreen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Cordia New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4</cp:revision>
  <dcterms:created xsi:type="dcterms:W3CDTF">2025-10-18T11:44:18Z</dcterms:created>
  <dcterms:modified xsi:type="dcterms:W3CDTF">2025-10-19T07:29:44Z</dcterms:modified>
</cp:coreProperties>
</file>