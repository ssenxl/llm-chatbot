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8"/>
  </p:handoutMasterIdLst>
  <p:sldIdLst>
    <p:sldId id="485" r:id="rId2"/>
    <p:sldId id="507" r:id="rId3"/>
    <p:sldId id="510" r:id="rId4"/>
    <p:sldId id="483" r:id="rId5"/>
    <p:sldId id="484" r:id="rId6"/>
    <p:sldId id="516" r:id="rId7"/>
    <p:sldId id="517" r:id="rId8"/>
    <p:sldId id="518" r:id="rId9"/>
    <p:sldId id="519" r:id="rId10"/>
    <p:sldId id="522" r:id="rId11"/>
    <p:sldId id="520" r:id="rId12"/>
    <p:sldId id="521" r:id="rId13"/>
    <p:sldId id="524" r:id="rId14"/>
    <p:sldId id="527" r:id="rId15"/>
    <p:sldId id="529" r:id="rId16"/>
    <p:sldId id="528" r:id="rId17"/>
  </p:sldIdLst>
  <p:sldSz cx="12192000" cy="6858000"/>
  <p:notesSz cx="6797675" cy="9928225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QMR" initials="Q" lastIdx="1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FF00FF"/>
    <a:srgbClr val="C5FFFF"/>
    <a:srgbClr val="C1F3FF"/>
    <a:srgbClr val="A3EDFF"/>
    <a:srgbClr val="FFFF99"/>
    <a:srgbClr val="FFFFCC"/>
    <a:srgbClr val="FF3399"/>
    <a:srgbClr val="009242"/>
    <a:srgbClr val="FF89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44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42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60" cy="49813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60" cy="498136"/>
          </a:xfrm>
          <a:prstGeom prst="rect">
            <a:avLst/>
          </a:prstGeom>
        </p:spPr>
        <p:txBody>
          <a:bodyPr vert="horz" lIns="95563" tIns="47781" rIns="95563" bIns="47781" rtlCol="0"/>
          <a:lstStyle>
            <a:lvl1pPr algn="r">
              <a:defRPr sz="1300"/>
            </a:lvl1pPr>
          </a:lstStyle>
          <a:p>
            <a:fld id="{97BD2ED8-ED23-4D33-B5B2-B281863AD9F4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60" cy="49813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l">
              <a:defRPr sz="1300"/>
            </a:lvl1pPr>
          </a:lstStyle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60" cy="498134"/>
          </a:xfrm>
          <a:prstGeom prst="rect">
            <a:avLst/>
          </a:prstGeom>
        </p:spPr>
        <p:txBody>
          <a:bodyPr vert="horz" lIns="95563" tIns="47781" rIns="95563" bIns="47781" rtlCol="0" anchor="b"/>
          <a:lstStyle>
            <a:lvl1pPr algn="r">
              <a:defRPr sz="1300"/>
            </a:lvl1pPr>
          </a:lstStyle>
          <a:p>
            <a:fld id="{BFAA3F7D-AFD1-4E81-B941-1E4F3CC0D5ED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8718183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033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08180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26949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77390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449054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494165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694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187879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041894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868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529637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622305-EF0F-4E00-8CEE-A1593E4E0C20}" type="datetimeFigureOut">
              <a:rPr lang="th-TH" smtClean="0"/>
              <a:t>16/10/68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F8536-EB11-4369-BB04-25126371735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42601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2303546" y="693327"/>
            <a:ext cx="7589342" cy="1015663"/>
          </a:xfrm>
          <a:prstGeom prst="rect">
            <a:avLst/>
          </a:prstGeom>
          <a:solidFill>
            <a:srgbClr val="C1F3FF"/>
          </a:solidFill>
        </p:spPr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  </a:t>
            </a:r>
          </a:p>
          <a:p>
            <a:r>
              <a:rPr lang="en-US" sz="4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   </a:t>
            </a:r>
            <a:r>
              <a:rPr lang="th-TH" sz="4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การตอบข้อร้องเรียนลูกค้าในโป</a:t>
            </a:r>
            <a:r>
              <a:rPr lang="th-TH" sz="4000" b="1" dirty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ร</a:t>
            </a:r>
            <a:r>
              <a:rPr lang="th-TH" sz="4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แกรม </a:t>
            </a:r>
            <a:r>
              <a:rPr lang="en-US" sz="4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ERP</a:t>
            </a:r>
          </a:p>
          <a:p>
            <a:endParaRPr lang="th-TH" sz="1000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1" name="สี่เหลี่ยมผืนผ้า 7"/>
          <p:cNvSpPr/>
          <p:nvPr/>
        </p:nvSpPr>
        <p:spPr>
          <a:xfrm>
            <a:off x="4024782" y="5144298"/>
            <a:ext cx="3636530" cy="523220"/>
          </a:xfrm>
          <a:prstGeom prst="rect">
            <a:avLst/>
          </a:prstGeom>
          <a:solidFill>
            <a:srgbClr val="C5FFFF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จัดทำโดย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: 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ฝ่ายระบบคุณภาพ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1228" t="9433" r="17423" b="9985"/>
          <a:stretch/>
        </p:blipFill>
        <p:spPr>
          <a:xfrm>
            <a:off x="4779388" y="2121030"/>
            <a:ext cx="2535811" cy="2484059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762334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สี่เหลี่ยมผืนผ้า 7"/>
          <p:cNvSpPr/>
          <p:nvPr/>
        </p:nvSpPr>
        <p:spPr>
          <a:xfrm>
            <a:off x="9649974" y="6129892"/>
            <a:ext cx="2229062" cy="523220"/>
          </a:xfrm>
          <a:prstGeom prst="rect">
            <a:avLst/>
          </a:prstGeom>
          <a:solidFill>
            <a:srgbClr val="C5FFFF"/>
          </a:solidFill>
        </p:spPr>
        <p:txBody>
          <a:bodyPr wrap="square">
            <a:spAutoFit/>
          </a:bodyPr>
          <a:lstStyle/>
          <a:p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 </a:t>
            </a:r>
            <a:r>
              <a:rPr lang="th-TH" sz="16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จัดทำโดย </a:t>
            </a:r>
            <a:r>
              <a:rPr lang="en-US" sz="16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:  </a:t>
            </a:r>
            <a:r>
              <a:rPr lang="th-TH" sz="16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ฝ่ายระบบคุณภาพ</a:t>
            </a:r>
            <a:endParaRPr lang="th-TH" sz="1600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r="892"/>
          <a:stretch/>
        </p:blipFill>
        <p:spPr>
          <a:xfrm>
            <a:off x="1953491" y="266773"/>
            <a:ext cx="7531332" cy="6469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735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สี่เหลี่ยมผืนผ้า 7"/>
          <p:cNvSpPr/>
          <p:nvPr/>
        </p:nvSpPr>
        <p:spPr>
          <a:xfrm>
            <a:off x="1610050" y="681465"/>
            <a:ext cx="26200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กดเลือกเข้าโปรแกรม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11" name="สี่เหลี่ยมผืนผ้า 7"/>
          <p:cNvSpPr/>
          <p:nvPr/>
        </p:nvSpPr>
        <p:spPr>
          <a:xfrm>
            <a:off x="6224516" y="681465"/>
            <a:ext cx="347128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ใส่ข้อมูล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User, Password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2"/>
          <a:srcRect l="34406" t="29408" r="34460" b="33204"/>
          <a:stretch/>
        </p:blipFill>
        <p:spPr>
          <a:xfrm>
            <a:off x="6198778" y="1548262"/>
            <a:ext cx="5220785" cy="352662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91" t="33835" r="34458" b="47691"/>
          <a:stretch/>
        </p:blipFill>
        <p:spPr>
          <a:xfrm>
            <a:off x="4674149" y="2898720"/>
            <a:ext cx="1013705" cy="617039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4"/>
          <a:srcRect l="-1200" t="30455" r="1200" b="17190"/>
          <a:stretch/>
        </p:blipFill>
        <p:spPr>
          <a:xfrm>
            <a:off x="1610050" y="1435972"/>
            <a:ext cx="2176306" cy="354253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07" t="12814" r="47563" b="69682"/>
          <a:stretch/>
        </p:blipFill>
        <p:spPr>
          <a:xfrm rot="10800000">
            <a:off x="3698852" y="2910271"/>
            <a:ext cx="534120" cy="51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57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111580" y="355614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1. เข้า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สู่หน้าจอของโปรแกรม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กดเลือกสัญลักษณ์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Menu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6631" y="1084320"/>
            <a:ext cx="9923282" cy="5390616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11580" y="1451727"/>
            <a:ext cx="375492" cy="28280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28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146926" y="227438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2. เข้า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Menu 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โดยกด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3937" t="28331" r="55513" b="69951"/>
          <a:stretch/>
        </p:blipFill>
        <p:spPr>
          <a:xfrm>
            <a:off x="3640374" y="317687"/>
            <a:ext cx="7286920" cy="34272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926" y="840907"/>
            <a:ext cx="9995556" cy="56225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516933" y="2488677"/>
            <a:ext cx="1339389" cy="593888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026004" y="2219318"/>
            <a:ext cx="614370" cy="17509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889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241194" y="423751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3. เข้า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สู่หน้าจอด้านล่าง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Case Number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8606" y="1025658"/>
            <a:ext cx="9916998" cy="53876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71077" y="1696825"/>
            <a:ext cx="896330" cy="179110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961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282045" y="368841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4. ขึ้น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หน้าจอ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Search Form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Search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1" t="336" r="244" b="-1"/>
          <a:stretch/>
        </p:blipFill>
        <p:spPr>
          <a:xfrm>
            <a:off x="1282045" y="1018095"/>
            <a:ext cx="9933459" cy="540667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87213" y="1423447"/>
            <a:ext cx="629645" cy="169683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28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118646" y="387695"/>
            <a:ext cx="1089110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5. ขึ้น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หน้าจอรายการข้อร้องเรียนที่อยู่ในระบบ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สามารถเลื่อนขึ้น-ลง และดูสถานะได้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645" y="910915"/>
            <a:ext cx="10268933" cy="557838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275218" y="2658359"/>
            <a:ext cx="178349" cy="52790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22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062083" y="387695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6. เลือก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รายการที่ต้องการดู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OK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ที่ด้านล่าง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084" y="910915"/>
            <a:ext cx="10230931" cy="55611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062085" y="6210519"/>
            <a:ext cx="558898" cy="181968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376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297755" y="387695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7. ขึ้น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รายละเอียดของข้อ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ร้องเรียนที่เลือก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755" y="1002842"/>
            <a:ext cx="9573683" cy="523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417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3971" y="1018230"/>
            <a:ext cx="9692204" cy="5451865"/>
          </a:xfrm>
          <a:prstGeom prst="rect">
            <a:avLst/>
          </a:prstGeom>
        </p:spPr>
      </p:pic>
      <p:sp>
        <p:nvSpPr>
          <p:cNvPr id="8" name="สี่เหลี่ยมผืนผ้า 7"/>
          <p:cNvSpPr/>
          <p:nvPr/>
        </p:nvSpPr>
        <p:spPr>
          <a:xfrm>
            <a:off x="1109627" y="325732"/>
            <a:ext cx="1073600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8. การตอบ 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: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ตอบโดยแนบเอกสารในรูปคลิป </a:t>
            </a:r>
            <a:r>
              <a:rPr lang="en-US" b="1" dirty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Click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ขวาที่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Case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ขึ้น </a:t>
            </a:r>
            <a:r>
              <a:rPr lang="en-US" b="1" dirty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Add new Attachment </a:t>
            </a:r>
            <a:endParaRPr lang="th-TH" dirty="0"/>
          </a:p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endParaRPr lang="th-TH" b="1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  <a:p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978429" y="1276699"/>
            <a:ext cx="131400" cy="106407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263971" y="1498723"/>
            <a:ext cx="1304662" cy="32762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50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012082" y="390170"/>
            <a:ext cx="99614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9. 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Add </a:t>
            </a:r>
            <a:r>
              <a:rPr lang="en-US" b="1" dirty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new Attachment </a:t>
            </a:r>
            <a:r>
              <a:rPr lang="en-US" dirty="0" smtClean="0"/>
              <a:t>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Browse 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เลือ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File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ที่ต้องการแนบ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OK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851" y="1029494"/>
            <a:ext cx="9387873" cy="528067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755915" y="2690807"/>
            <a:ext cx="609162" cy="210335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0155" t="24541" r="30412" b="56215"/>
          <a:stretch/>
        </p:blipFill>
        <p:spPr>
          <a:xfrm>
            <a:off x="7935228" y="2254288"/>
            <a:ext cx="3859046" cy="1059348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0736619" y="3009716"/>
            <a:ext cx="473825" cy="207564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BFF"/>
              </a:clrFrom>
              <a:clrTo>
                <a:srgbClr val="FFFB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44" t="74243" r="47802" b="8691"/>
          <a:stretch/>
        </p:blipFill>
        <p:spPr>
          <a:xfrm>
            <a:off x="7619347" y="2660326"/>
            <a:ext cx="244494" cy="365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42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สี่เหลี่ยมผืนผ้า 7"/>
          <p:cNvSpPr/>
          <p:nvPr/>
        </p:nvSpPr>
        <p:spPr>
          <a:xfrm>
            <a:off x="1088968" y="387695"/>
            <a:ext cx="758934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10. ขึ้น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หน้าจอที่แสดงให้เห็นว่ามีเอกสารแนบแล้ว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910915"/>
            <a:ext cx="9468196" cy="522387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136371" y="2005799"/>
            <a:ext cx="3350029" cy="280201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603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7"/>
          <p:cNvSpPr/>
          <p:nvPr/>
        </p:nvSpPr>
        <p:spPr>
          <a:xfrm>
            <a:off x="1225658" y="421531"/>
            <a:ext cx="84495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11. เปลี่ยน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สถานะเป็น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Complete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ใน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Task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Maintenance &gt;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กด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Save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t="154"/>
          <a:stretch/>
        </p:blipFill>
        <p:spPr>
          <a:xfrm>
            <a:off x="1308785" y="1072341"/>
            <a:ext cx="9921765" cy="5386647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07864" y="2942042"/>
            <a:ext cx="609162" cy="210335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435769" y="1327521"/>
            <a:ext cx="218464" cy="160458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97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สี่เหลี่ยมผืนผ้า 7"/>
          <p:cNvSpPr/>
          <p:nvPr/>
        </p:nvSpPr>
        <p:spPr>
          <a:xfrm>
            <a:off x="1142530" y="485733"/>
            <a:ext cx="935644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12. เมื่อตรวจสอบจาก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Task </a:t>
            </a:r>
            <a:r>
              <a:rPr lang="en-US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Tree </a:t>
            </a:r>
            <a:r>
              <a:rPr lang="th-TH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จะพบว่ามีสัญลักษณ์เครื่องหมายถูกว่าได้ตอบแล้ว</a:t>
            </a:r>
            <a:endParaRPr lang="th-TH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874" y="1073657"/>
            <a:ext cx="9934995" cy="537951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474859" y="2176115"/>
            <a:ext cx="168588" cy="143136"/>
          </a:xfrm>
          <a:prstGeom prst="rect">
            <a:avLst/>
          </a:prstGeom>
          <a:noFill/>
          <a:ln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601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สี่เหลี่ยมผืนผ้า 7"/>
          <p:cNvSpPr/>
          <p:nvPr/>
        </p:nvSpPr>
        <p:spPr>
          <a:xfrm>
            <a:off x="1178622" y="1233910"/>
            <a:ext cx="3591342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h-TH" sz="40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ฝ่ายระบบคุณภาพ</a:t>
            </a:r>
          </a:p>
          <a:p>
            <a:r>
              <a:rPr lang="en-US" sz="3600" b="1" dirty="0" smtClean="0">
                <a:solidFill>
                  <a:srgbClr val="0000CC"/>
                </a:solidFill>
                <a:latin typeface="Browallia New" panose="020B0604020202020204" pitchFamily="34" charset="-34"/>
                <a:cs typeface="Browallia New" panose="020B0604020202020204" pitchFamily="34" charset="-34"/>
              </a:rPr>
              <a:t>Update 16-10-2025</a:t>
            </a:r>
            <a:endParaRPr lang="th-TH" sz="3600" dirty="0">
              <a:solidFill>
                <a:srgbClr val="0000CC"/>
              </a:solidFill>
              <a:latin typeface="Browallia New" panose="020B0604020202020204" pitchFamily="34" charset="-34"/>
              <a:cs typeface="Browallia New" panose="020B0604020202020204" pitchFamily="34" charset="-34"/>
            </a:endParaRPr>
          </a:p>
        </p:txBody>
      </p:sp>
      <p:pic>
        <p:nvPicPr>
          <p:cNvPr id="4" name="Picture 2" descr="อบรม TQM วิธีการบริหารคุณภาพทั่วทั้งองค์กร – Vickk Training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4075" y="1451074"/>
            <a:ext cx="5949607" cy="4205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155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4293</TotalTime>
  <Words>200</Words>
  <Application>Microsoft Office PowerPoint</Application>
  <PresentationFormat>Widescreen</PresentationFormat>
  <Paragraphs>21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Angsana New</vt:lpstr>
      <vt:lpstr>Arial</vt:lpstr>
      <vt:lpstr>Browallia New</vt:lpstr>
      <vt:lpstr>Calibri</vt:lpstr>
      <vt:lpstr>Calibri Light</vt:lpstr>
      <vt:lpstr>Cordia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QMR</dc:creator>
  <cp:lastModifiedBy>QMR</cp:lastModifiedBy>
  <cp:revision>306</cp:revision>
  <cp:lastPrinted>2019-11-20T02:25:17Z</cp:lastPrinted>
  <dcterms:created xsi:type="dcterms:W3CDTF">2018-06-25T05:57:26Z</dcterms:created>
  <dcterms:modified xsi:type="dcterms:W3CDTF">2025-10-16T02:51:41Z</dcterms:modified>
</cp:coreProperties>
</file>