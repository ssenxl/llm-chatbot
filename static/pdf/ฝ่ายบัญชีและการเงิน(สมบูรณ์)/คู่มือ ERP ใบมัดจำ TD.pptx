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6" d="100"/>
          <a:sy n="106" d="100"/>
        </p:scale>
        <p:origin x="1044" y="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E3578-A431-494F-B0A9-B04DE8860006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053F7-EFCE-4B30-88D0-0B709F45C99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369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46AE1-E49A-4AD0-89C0-96C47B1F8121}" type="datetime1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182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0688-63DC-4228-80C6-537956191EFA}" type="datetime1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409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723BA-58D7-4FFF-8AC1-4CF35D4C7B9F}" type="datetime1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269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2303-99D5-4B03-A07F-5B9B00127B74}" type="datetime1">
              <a:rPr lang="th-TH" smtClean="0"/>
              <a:t>05/08/67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6962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E67F-9272-4647-A859-1A167F2AC5E9}" type="datetime1">
              <a:rPr lang="th-TH" smtClean="0"/>
              <a:t>05/08/67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3408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F6D1-04A6-455B-BC41-F5943AF73A2E}" type="datetime1">
              <a:rPr lang="th-TH" smtClean="0"/>
              <a:t>05/08/67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5949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BD9C-BBCE-406D-B630-970D248199DD}" type="datetime1">
              <a:rPr lang="th-TH" smtClean="0"/>
              <a:t>05/08/67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5384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D9114-4726-457D-B285-75B17C369A87}" type="datetime1">
              <a:rPr lang="th-TH" smtClean="0"/>
              <a:t>05/08/67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8597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1A143-45D2-4B12-B548-61A51D0AF090}" type="datetime1">
              <a:rPr lang="th-TH" smtClean="0"/>
              <a:t>05/08/67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861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FE35C-9544-476D-BE5A-1B445EDBF1B2}" type="datetime1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309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42AB-5E52-4EA1-A97E-C95FB1660A8E}" type="datetime1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541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F3C2-4591-49D2-A87E-DEA54C986837}" type="datetime1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918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683568" y="2420888"/>
            <a:ext cx="1584176" cy="363592"/>
          </a:xfrm>
          <a:prstGeom prst="fram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14" name="Subtitle 1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1</a:t>
            </a:fld>
            <a:endParaRPr lang="th-TH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54" y="1257356"/>
            <a:ext cx="8532440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12" name="Action Button: Custom 11">
            <a:hlinkClick r:id="" action="ppaction://noaction" highlightClick="1"/>
          </p:cNvPr>
          <p:cNvSpPr/>
          <p:nvPr/>
        </p:nvSpPr>
        <p:spPr>
          <a:xfrm>
            <a:off x="3897435" y="1616724"/>
            <a:ext cx="3240360" cy="1224978"/>
          </a:xfrm>
          <a:prstGeom prst="actionButtonBlank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 smtClean="0">
                <a:solidFill>
                  <a:srgbClr val="002060"/>
                </a:solidFill>
              </a:rPr>
              <a:t>1. </a:t>
            </a:r>
            <a:r>
              <a:rPr lang="th-TH" sz="1600" b="1" dirty="0" smtClean="0">
                <a:solidFill>
                  <a:srgbClr val="002060"/>
                </a:solidFill>
              </a:rPr>
              <a:t>พิมพ์ค้นหา </a:t>
            </a:r>
            <a:r>
              <a:rPr lang="en-US" sz="1600" b="1" dirty="0" smtClean="0">
                <a:solidFill>
                  <a:srgbClr val="002060"/>
                </a:solidFill>
              </a:rPr>
              <a:t>CP AR INVOICE ENTRY</a:t>
            </a:r>
          </a:p>
          <a:p>
            <a:r>
              <a:rPr lang="th-TH" sz="1600" b="1" dirty="0" smtClean="0">
                <a:solidFill>
                  <a:srgbClr val="002060"/>
                </a:solidFill>
              </a:rPr>
              <a:t>2. คลิก  </a:t>
            </a:r>
            <a:r>
              <a:rPr lang="en-US" sz="1600" b="1" dirty="0">
                <a:solidFill>
                  <a:srgbClr val="002060"/>
                </a:solidFill>
              </a:rPr>
              <a:t>CP AR INVOICE ENTEY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003335" y="1260571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7" name="Action Button: Custom 16">
            <a:hlinkClick r:id="" action="ppaction://noaction" highlightClick="1"/>
          </p:cNvPr>
          <p:cNvSpPr/>
          <p:nvPr/>
        </p:nvSpPr>
        <p:spPr>
          <a:xfrm>
            <a:off x="747192" y="2507961"/>
            <a:ext cx="1592560" cy="416983"/>
          </a:xfrm>
          <a:prstGeom prst="actionButtonBlank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7192" y="1700808"/>
            <a:ext cx="1952600" cy="3618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Oval 17"/>
          <p:cNvSpPr/>
          <p:nvPr/>
        </p:nvSpPr>
        <p:spPr>
          <a:xfrm>
            <a:off x="298367" y="2536665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  <p:cxnSp>
        <p:nvCxnSpPr>
          <p:cNvPr id="19" name="Elbow Connector 18"/>
          <p:cNvCxnSpPr>
            <a:endCxn id="10" idx="3"/>
          </p:cNvCxnSpPr>
          <p:nvPr/>
        </p:nvCxnSpPr>
        <p:spPr>
          <a:xfrm rot="10800000">
            <a:off x="2699793" y="1881758"/>
            <a:ext cx="1197643" cy="358339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0800000" flipV="1">
            <a:off x="2339754" y="2545277"/>
            <a:ext cx="1557680" cy="17117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864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2</a:t>
            </a:fld>
            <a:endParaRPr lang="th-TH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0" y="1510622"/>
            <a:ext cx="8341205" cy="469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Action Button: Custom 19">
            <a:hlinkClick r:id="" action="ppaction://noaction" highlightClick="1"/>
          </p:cNvPr>
          <p:cNvSpPr/>
          <p:nvPr/>
        </p:nvSpPr>
        <p:spPr>
          <a:xfrm>
            <a:off x="3439856" y="620689"/>
            <a:ext cx="4300496" cy="825394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1. </a:t>
            </a:r>
            <a:r>
              <a:rPr lang="th-TH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ให้คลิกตรง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</a:t>
            </a:r>
            <a:r>
              <a:rPr lang="en-US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New Group</a:t>
            </a:r>
            <a:endParaRPr lang="th-TH" sz="1600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r>
              <a:rPr lang="th-TH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2. 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ระบุวันที่เงินค่ามัดจำเข้า ในช่อง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INVOICE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DATE</a:t>
            </a:r>
            <a:endParaRPr lang="en-US" sz="1600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3. 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ระบุวันที่จัดทำเอกสาร ในช่อง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APPLY </a:t>
            </a:r>
            <a:r>
              <a:rPr lang="en-US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DATE</a:t>
            </a:r>
            <a:endParaRPr lang="th-TH" sz="1600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785513" y="2072572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3014247" y="2118249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535876" y="1583328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cxnSp>
        <p:nvCxnSpPr>
          <p:cNvPr id="24" name="Elbow Connector 23"/>
          <p:cNvCxnSpPr/>
          <p:nvPr/>
        </p:nvCxnSpPr>
        <p:spPr>
          <a:xfrm flipV="1">
            <a:off x="764075" y="908388"/>
            <a:ext cx="2675781" cy="76851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/>
          <p:nvPr/>
        </p:nvCxnSpPr>
        <p:spPr>
          <a:xfrm rot="5400000" flipH="1" flipV="1">
            <a:off x="2857458" y="1504442"/>
            <a:ext cx="1052820" cy="93610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endCxn id="20" idx="1"/>
          </p:cNvCxnSpPr>
          <p:nvPr/>
        </p:nvCxnSpPr>
        <p:spPr>
          <a:xfrm flipV="1">
            <a:off x="4297701" y="1446083"/>
            <a:ext cx="1292403" cy="1042064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ction Button: Custom 26">
            <a:hlinkClick r:id="" action="ppaction://noaction" highlightClick="1"/>
          </p:cNvPr>
          <p:cNvSpPr/>
          <p:nvPr/>
        </p:nvSpPr>
        <p:spPr>
          <a:xfrm>
            <a:off x="412534" y="1888365"/>
            <a:ext cx="703082" cy="122245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28" name="Action Button: Custom 27">
            <a:hlinkClick r:id="" action="ppaction://noaction" highlightClick="1"/>
          </p:cNvPr>
          <p:cNvSpPr/>
          <p:nvPr/>
        </p:nvSpPr>
        <p:spPr>
          <a:xfrm>
            <a:off x="2698906" y="2501397"/>
            <a:ext cx="703082" cy="182931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29" name="Action Button: Custom 28">
            <a:hlinkClick r:id="" action="ppaction://noaction" highlightClick="1"/>
          </p:cNvPr>
          <p:cNvSpPr/>
          <p:nvPr/>
        </p:nvSpPr>
        <p:spPr>
          <a:xfrm>
            <a:off x="3946159" y="2488143"/>
            <a:ext cx="703082" cy="182931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5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437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3</a:t>
            </a:fld>
            <a:endParaRPr lang="th-TH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2" y="1412776"/>
            <a:ext cx="8988848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ction Button: Custom 6">
            <a:hlinkClick r:id="" action="ppaction://noaction" highlightClick="1"/>
          </p:cNvPr>
          <p:cNvSpPr/>
          <p:nvPr/>
        </p:nvSpPr>
        <p:spPr>
          <a:xfrm>
            <a:off x="2915816" y="3537012"/>
            <a:ext cx="4464496" cy="792088"/>
          </a:xfrm>
          <a:prstGeom prst="actionButtonBlank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4000" b="1" dirty="0">
                <a:solidFill>
                  <a:srgbClr val="002060"/>
                </a:solidFill>
              </a:rPr>
              <a:t> </a:t>
            </a:r>
            <a:r>
              <a:rPr lang="th-TH" b="1" dirty="0" smtClean="0">
                <a:solidFill>
                  <a:srgbClr val="002060"/>
                </a:solidFill>
              </a:rPr>
              <a:t>    คลิก </a:t>
            </a:r>
            <a:r>
              <a:rPr lang="en-US" b="1" dirty="0" smtClean="0">
                <a:solidFill>
                  <a:srgbClr val="002060"/>
                </a:solidFill>
              </a:rPr>
              <a:t>New Deposit Billing</a:t>
            </a:r>
            <a:r>
              <a:rPr lang="th-TH" b="1" dirty="0" smtClean="0">
                <a:solidFill>
                  <a:srgbClr val="002060"/>
                </a:solidFill>
              </a:rPr>
              <a:t> </a:t>
            </a:r>
            <a:endParaRPr lang="th-TH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60" y="1498130"/>
            <a:ext cx="8341205" cy="469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Action Button: Custom 12">
            <a:hlinkClick r:id="" action="ppaction://noaction" highlightClick="1"/>
          </p:cNvPr>
          <p:cNvSpPr/>
          <p:nvPr/>
        </p:nvSpPr>
        <p:spPr>
          <a:xfrm>
            <a:off x="3439856" y="620689"/>
            <a:ext cx="3868448" cy="576063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1. ขั้นตอนถัดไป กลับเลือกเมนู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NEW GROUP 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และเลื่อนลงมา เพื่อคำสั่ง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New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Deposit Billing</a:t>
            </a:r>
            <a:endParaRPr lang="th-TH" sz="1600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</p:txBody>
      </p:sp>
      <p:cxnSp>
        <p:nvCxnSpPr>
          <p:cNvPr id="14" name="Elbow Connector 13"/>
          <p:cNvCxnSpPr>
            <a:stCxn id="15" idx="0"/>
          </p:cNvCxnSpPr>
          <p:nvPr/>
        </p:nvCxnSpPr>
        <p:spPr>
          <a:xfrm flipV="1">
            <a:off x="1403648" y="1196752"/>
            <a:ext cx="2142492" cy="206080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ction Button: Custom 14">
            <a:hlinkClick r:id="" action="ppaction://noaction" highlightClick="1"/>
          </p:cNvPr>
          <p:cNvSpPr/>
          <p:nvPr/>
        </p:nvSpPr>
        <p:spPr>
          <a:xfrm>
            <a:off x="411560" y="3167550"/>
            <a:ext cx="992088" cy="180020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403648" y="3042533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2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745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4</a:t>
            </a:fld>
            <a:endParaRPr lang="th-TH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2908"/>
            <a:ext cx="8408370" cy="4729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Action Button: Custom 10">
            <a:hlinkClick r:id="" action="ppaction://noaction" highlightClick="1"/>
          </p:cNvPr>
          <p:cNvSpPr/>
          <p:nvPr/>
        </p:nvSpPr>
        <p:spPr>
          <a:xfrm>
            <a:off x="3779912" y="634441"/>
            <a:ext cx="4392488" cy="490303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th-TH" sz="1400" b="1" dirty="0" smtClean="0">
                <a:solidFill>
                  <a:srgbClr val="002060"/>
                </a:solidFill>
              </a:rPr>
              <a:t>จะปรากฎหน้าจอเพื่อกรอกข้อมูล กดตรง </a:t>
            </a:r>
            <a:r>
              <a:rPr lang="en-US" sz="1400" b="1" dirty="0">
                <a:solidFill>
                  <a:srgbClr val="002060"/>
                </a:solidFill>
              </a:rPr>
              <a:t>Sale </a:t>
            </a:r>
            <a:r>
              <a:rPr lang="en-US" sz="1400" b="1" dirty="0" smtClean="0">
                <a:solidFill>
                  <a:srgbClr val="002060"/>
                </a:solidFill>
              </a:rPr>
              <a:t>Order</a:t>
            </a:r>
            <a:endParaRPr lang="th-TH" sz="1400" b="1" dirty="0" smtClean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r>
              <a:rPr lang="th-TH" sz="1400" b="1" dirty="0" smtClean="0">
                <a:solidFill>
                  <a:srgbClr val="002060"/>
                </a:solidFill>
              </a:rPr>
              <a:t>คลิก</a:t>
            </a:r>
            <a:r>
              <a:rPr lang="en-US" sz="1400" b="1" dirty="0" smtClean="0">
                <a:solidFill>
                  <a:srgbClr val="002060"/>
                </a:solidFill>
              </a:rPr>
              <a:t> Search </a:t>
            </a:r>
            <a:r>
              <a:rPr lang="th-TH" sz="1400" b="1" dirty="0" smtClean="0">
                <a:solidFill>
                  <a:srgbClr val="002060"/>
                </a:solidFill>
              </a:rPr>
              <a:t>เลือก </a:t>
            </a:r>
            <a:r>
              <a:rPr lang="en-US" sz="1400" b="1" dirty="0">
                <a:solidFill>
                  <a:srgbClr val="002060"/>
                </a:solidFill>
              </a:rPr>
              <a:t>Sale </a:t>
            </a:r>
            <a:r>
              <a:rPr lang="en-US" sz="1400" b="1" dirty="0" smtClean="0">
                <a:solidFill>
                  <a:srgbClr val="002060"/>
                </a:solidFill>
              </a:rPr>
              <a:t>Order</a:t>
            </a:r>
            <a:r>
              <a:rPr lang="th-TH" sz="1400" b="1" dirty="0" smtClean="0">
                <a:solidFill>
                  <a:srgbClr val="002060"/>
                </a:solidFill>
              </a:rPr>
              <a:t> ที่เปิดบิลค่ามัดจำสินค้า</a:t>
            </a:r>
            <a:endParaRPr lang="th-TH" sz="1400" b="1" dirty="0">
              <a:solidFill>
                <a:srgbClr val="002060"/>
              </a:solidFill>
            </a:endParaRPr>
          </a:p>
        </p:txBody>
      </p:sp>
      <p:sp>
        <p:nvSpPr>
          <p:cNvPr id="12" name="Action Button: Custom 11">
            <a:hlinkClick r:id="" action="ppaction://noaction" highlightClick="1"/>
          </p:cNvPr>
          <p:cNvSpPr/>
          <p:nvPr/>
        </p:nvSpPr>
        <p:spPr>
          <a:xfrm>
            <a:off x="1691680" y="2965659"/>
            <a:ext cx="992088" cy="20660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691680" y="2653018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0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/>
          <p:nvPr/>
        </p:nvCxnSpPr>
        <p:spPr>
          <a:xfrm rot="5400000">
            <a:off x="2066398" y="1244540"/>
            <a:ext cx="2058878" cy="1368151"/>
          </a:xfrm>
          <a:prstGeom prst="bentConnector3">
            <a:avLst>
              <a:gd name="adj1" fmla="val 89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>
            <a:off x="5274078" y="1826822"/>
            <a:ext cx="2304256" cy="900100"/>
          </a:xfrm>
          <a:prstGeom prst="bentConnector3">
            <a:avLst>
              <a:gd name="adj1" fmla="val 10036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603735" y="2958055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41496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5</a:t>
            </a:fld>
            <a:endParaRPr lang="th-TH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2" y="1268760"/>
            <a:ext cx="8598365" cy="4836580"/>
          </a:xfrm>
          <a:prstGeom prst="rect">
            <a:avLst/>
          </a:prstGeom>
        </p:spPr>
      </p:pic>
      <p:sp>
        <p:nvSpPr>
          <p:cNvPr id="4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5" name="Action Button: Custom 4">
            <a:hlinkClick r:id="" action="ppaction://noaction" highlightClick="1"/>
          </p:cNvPr>
          <p:cNvSpPr/>
          <p:nvPr/>
        </p:nvSpPr>
        <p:spPr>
          <a:xfrm>
            <a:off x="3779912" y="634441"/>
            <a:ext cx="4392488" cy="490303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th-TH" sz="1400" b="1" dirty="0" smtClean="0">
                <a:solidFill>
                  <a:srgbClr val="002060"/>
                </a:solidFill>
              </a:rPr>
              <a:t>กดเลือก </a:t>
            </a:r>
            <a:r>
              <a:rPr lang="en-US" sz="1400" b="1" dirty="0" smtClean="0">
                <a:solidFill>
                  <a:srgbClr val="002060"/>
                </a:solidFill>
              </a:rPr>
              <a:t>Document Type </a:t>
            </a:r>
            <a:r>
              <a:rPr lang="th-TH" sz="1400" b="1" dirty="0" smtClean="0">
                <a:solidFill>
                  <a:srgbClr val="002060"/>
                </a:solidFill>
              </a:rPr>
              <a:t>เพื่อเลือกประเภทสินค้า เช่น ขายในประเทศ ประเภท ซอส </a:t>
            </a:r>
            <a:r>
              <a:rPr lang="en-US" sz="1400" b="1" dirty="0" smtClean="0">
                <a:solidFill>
                  <a:srgbClr val="002060"/>
                </a:solidFill>
              </a:rPr>
              <a:t>(Trading)</a:t>
            </a:r>
            <a:endParaRPr lang="th-TH" sz="1400" b="1" dirty="0" smtClean="0">
              <a:solidFill>
                <a:srgbClr val="002060"/>
              </a:solidFill>
            </a:endParaRPr>
          </a:p>
        </p:txBody>
      </p:sp>
      <p:cxnSp>
        <p:nvCxnSpPr>
          <p:cNvPr id="7" name="Elbow Connector 6"/>
          <p:cNvCxnSpPr>
            <a:stCxn id="5" idx="1"/>
          </p:cNvCxnSpPr>
          <p:nvPr/>
        </p:nvCxnSpPr>
        <p:spPr>
          <a:xfrm rot="5400000">
            <a:off x="3797915" y="674693"/>
            <a:ext cx="1728191" cy="262829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27180" y="2482122"/>
            <a:ext cx="309136" cy="28935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5668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6</a:t>
            </a:fld>
            <a:endParaRPr lang="th-TH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61" y="1628800"/>
            <a:ext cx="8280356" cy="46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Action Button: Custom 15">
            <a:hlinkClick r:id="" action="ppaction://noaction" highlightClick="1"/>
          </p:cNvPr>
          <p:cNvSpPr/>
          <p:nvPr/>
        </p:nvSpPr>
        <p:spPr>
          <a:xfrm>
            <a:off x="3779912" y="620688"/>
            <a:ext cx="3096344" cy="100811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 smtClean="0">
                <a:solidFill>
                  <a:srgbClr val="002060"/>
                </a:solidFill>
              </a:rPr>
              <a:t>     </a:t>
            </a:r>
          </a:p>
          <a:p>
            <a:r>
              <a:rPr lang="th-TH" sz="1600" b="1" dirty="0">
                <a:solidFill>
                  <a:srgbClr val="002060"/>
                </a:solidFill>
              </a:rPr>
              <a:t> </a:t>
            </a:r>
            <a:r>
              <a:rPr lang="th-TH" sz="1600" b="1" dirty="0" smtClean="0">
                <a:solidFill>
                  <a:srgbClr val="002060"/>
                </a:solidFill>
              </a:rPr>
              <a:t>   1</a:t>
            </a:r>
            <a:r>
              <a:rPr lang="th-TH" sz="1600" b="1" dirty="0">
                <a:solidFill>
                  <a:srgbClr val="002060"/>
                </a:solidFill>
              </a:rPr>
              <a:t>. กดเลือก </a:t>
            </a:r>
            <a:r>
              <a:rPr lang="en-US" sz="1600" b="1" dirty="0">
                <a:solidFill>
                  <a:srgbClr val="002060"/>
                </a:solidFill>
              </a:rPr>
              <a:t>Line</a:t>
            </a:r>
            <a:r>
              <a:rPr lang="th-TH" sz="1600" b="1" dirty="0">
                <a:solidFill>
                  <a:srgbClr val="002060"/>
                </a:solidFill>
              </a:rPr>
              <a:t> </a:t>
            </a:r>
          </a:p>
          <a:p>
            <a:r>
              <a:rPr lang="th-TH" sz="1600" b="1" dirty="0">
                <a:solidFill>
                  <a:srgbClr val="002060"/>
                </a:solidFill>
              </a:rPr>
              <a:t>    2. กด</a:t>
            </a:r>
            <a:r>
              <a:rPr lang="th-TH" sz="1600" b="1" dirty="0" smtClean="0">
                <a:solidFill>
                  <a:srgbClr val="002060"/>
                </a:solidFill>
              </a:rPr>
              <a:t>เลือก</a:t>
            </a:r>
            <a:r>
              <a:rPr lang="th-TH" sz="1600" b="1" dirty="0" smtClean="0">
                <a:solidFill>
                  <a:srgbClr val="002060"/>
                </a:solidFill>
              </a:rPr>
              <a:t>แท็ป</a:t>
            </a:r>
            <a:r>
              <a:rPr lang="en-US" sz="1600" b="1" dirty="0" smtClean="0">
                <a:solidFill>
                  <a:srgbClr val="002060"/>
                </a:solidFill>
              </a:rPr>
              <a:t> </a:t>
            </a:r>
            <a:r>
              <a:rPr lang="en-US" sz="1600" b="1" dirty="0">
                <a:solidFill>
                  <a:srgbClr val="002060"/>
                </a:solidFill>
              </a:rPr>
              <a:t>Deposit</a:t>
            </a:r>
            <a:endParaRPr lang="th-TH" sz="1600" b="1" dirty="0">
              <a:solidFill>
                <a:srgbClr val="002060"/>
              </a:solidFill>
            </a:endParaRPr>
          </a:p>
          <a:p>
            <a:r>
              <a:rPr lang="th-TH" sz="1600" b="1" dirty="0">
                <a:solidFill>
                  <a:srgbClr val="002060"/>
                </a:solidFill>
              </a:rPr>
              <a:t>    3. ใส่จำนวนเงินมัดจำ 30</a:t>
            </a:r>
            <a:r>
              <a:rPr lang="en-US" sz="1600" b="1" dirty="0">
                <a:solidFill>
                  <a:srgbClr val="002060"/>
                </a:solidFill>
              </a:rPr>
              <a:t>%70%100</a:t>
            </a:r>
            <a:r>
              <a:rPr lang="en-US" sz="1600" b="1" dirty="0" smtClean="0">
                <a:solidFill>
                  <a:srgbClr val="002060"/>
                </a:solidFill>
              </a:rPr>
              <a:t>%</a:t>
            </a:r>
          </a:p>
          <a:p>
            <a:r>
              <a:rPr lang="th-TH" sz="1600" b="1" dirty="0" smtClean="0">
                <a:solidFill>
                  <a:srgbClr val="002060"/>
                </a:solidFill>
              </a:rPr>
              <a:t>        และเขียนวามัดจำกี่เปอร์เซนต์</a:t>
            </a:r>
            <a:endParaRPr lang="th-TH" sz="1600" dirty="0"/>
          </a:p>
          <a:p>
            <a:endParaRPr lang="th-TH" sz="1600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7" name="Action Button: Custom 16">
            <a:hlinkClick r:id="" action="ppaction://noaction" highlightClick="1"/>
          </p:cNvPr>
          <p:cNvSpPr/>
          <p:nvPr/>
        </p:nvSpPr>
        <p:spPr>
          <a:xfrm>
            <a:off x="4211960" y="2394057"/>
            <a:ext cx="496044" cy="20660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8" name="Action Button: Custom 17">
            <a:hlinkClick r:id="" action="ppaction://noaction" highlightClick="1"/>
          </p:cNvPr>
          <p:cNvSpPr/>
          <p:nvPr/>
        </p:nvSpPr>
        <p:spPr>
          <a:xfrm>
            <a:off x="2195736" y="2600659"/>
            <a:ext cx="392410" cy="180269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22" name="Action Button: Custom 21">
            <a:hlinkClick r:id="" action="ppaction://noaction" highlightClick="1"/>
          </p:cNvPr>
          <p:cNvSpPr/>
          <p:nvPr/>
        </p:nvSpPr>
        <p:spPr>
          <a:xfrm>
            <a:off x="2776017" y="2204864"/>
            <a:ext cx="643855" cy="20660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384963" y="2052345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3851210" y="2274654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2607808" y="2577869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3</a:t>
            </a:r>
          </a:p>
        </p:txBody>
      </p:sp>
      <p:sp>
        <p:nvSpPr>
          <p:cNvPr id="12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339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96752"/>
            <a:ext cx="8840179" cy="497260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7</a:t>
            </a:fld>
            <a:endParaRPr lang="th-TH"/>
          </a:p>
        </p:txBody>
      </p:sp>
      <p:sp>
        <p:nvSpPr>
          <p:cNvPr id="19" name="Action Button: Custom 18">
            <a:hlinkClick r:id="" action="ppaction://noaction" highlightClick="1"/>
          </p:cNvPr>
          <p:cNvSpPr/>
          <p:nvPr/>
        </p:nvSpPr>
        <p:spPr>
          <a:xfrm>
            <a:off x="4283968" y="2348880"/>
            <a:ext cx="3600400" cy="1296144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8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 1</a:t>
            </a:r>
            <a:r>
              <a:rPr lang="th-TH" sz="18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. กด </a:t>
            </a:r>
            <a:r>
              <a:rPr lang="en-US" sz="18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Save </a:t>
            </a:r>
            <a:r>
              <a:rPr lang="th-TH" sz="18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และเลือกคำว่า </a:t>
            </a:r>
            <a:r>
              <a:rPr lang="en-US" sz="1800" b="1" dirty="0" err="1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Acttions</a:t>
            </a:r>
            <a:endParaRPr lang="th-TH" sz="1800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r>
              <a:rPr lang="th-TH" sz="18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 2. เลือก </a:t>
            </a:r>
            <a:r>
              <a:rPr lang="en-US" sz="18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Invoice</a:t>
            </a:r>
            <a:endParaRPr lang="en-US" sz="1800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r>
              <a:rPr lang="en-US" sz="18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 3. </a:t>
            </a:r>
            <a:r>
              <a:rPr lang="th-TH" sz="18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เลือก </a:t>
            </a:r>
            <a:r>
              <a:rPr lang="en-US" sz="18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sz="18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Print Invoice</a:t>
            </a:r>
            <a:r>
              <a:rPr lang="en-US" sz="18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s</a:t>
            </a:r>
            <a:r>
              <a:rPr lang="th-TH" sz="18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</a:t>
            </a:r>
            <a:endParaRPr lang="th-TH" sz="1800" dirty="0">
              <a:latin typeface="Angsana New" pitchFamily="18" charset="-34"/>
              <a:cs typeface="Angsana New" pitchFamily="18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54" y="1599935"/>
            <a:ext cx="1043418" cy="12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38" y="1402467"/>
            <a:ext cx="141698" cy="15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078" y="1729547"/>
            <a:ext cx="648072" cy="115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Oval 34"/>
          <p:cNvSpPr/>
          <p:nvPr/>
        </p:nvSpPr>
        <p:spPr>
          <a:xfrm>
            <a:off x="199303" y="941556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1078705" y="1278127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2318968" y="1421996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3</a:t>
            </a:r>
          </a:p>
        </p:txBody>
      </p:sp>
      <p:sp>
        <p:nvSpPr>
          <p:cNvPr id="15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54" y="1248237"/>
            <a:ext cx="251330" cy="15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5346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8</a:t>
            </a:fld>
            <a:endParaRPr lang="th-TH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33" y="1340768"/>
            <a:ext cx="7896313" cy="46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Action Button: Custom 11">
            <a:hlinkClick r:id="" action="ppaction://noaction" highlightClick="1"/>
          </p:cNvPr>
          <p:cNvSpPr/>
          <p:nvPr/>
        </p:nvSpPr>
        <p:spPr>
          <a:xfrm>
            <a:off x="3851920" y="548680"/>
            <a:ext cx="1944216" cy="648072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 1</a:t>
            </a:r>
            <a:r>
              <a:rPr lang="th-TH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.  เลือก </a:t>
            </a:r>
            <a:r>
              <a:rPr lang="en-US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THAILAND</a:t>
            </a:r>
          </a:p>
          <a:p>
            <a:r>
              <a:rPr lang="en-US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2</a:t>
            </a:r>
            <a:r>
              <a:rPr lang="en-US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.  </a:t>
            </a:r>
            <a:r>
              <a:rPr lang="th-TH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เลือก </a:t>
            </a:r>
            <a:r>
              <a:rPr lang="en-US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Head Office</a:t>
            </a:r>
            <a:endParaRPr lang="th-TH" sz="1600" dirty="0">
              <a:latin typeface="Angsana New" pitchFamily="18" charset="-34"/>
              <a:cs typeface="Angsana New" pitchFamily="18" charset="-34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924" y="2708920"/>
            <a:ext cx="648072" cy="30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628" y="3009001"/>
            <a:ext cx="64807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Oval 16"/>
          <p:cNvSpPr/>
          <p:nvPr/>
        </p:nvSpPr>
        <p:spPr>
          <a:xfrm>
            <a:off x="3599419" y="2556401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655819" y="2932682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</a:p>
        </p:txBody>
      </p:sp>
      <p:cxnSp>
        <p:nvCxnSpPr>
          <p:cNvPr id="19" name="Elbow Connector 18"/>
          <p:cNvCxnSpPr>
            <a:endCxn id="12" idx="1"/>
          </p:cNvCxnSpPr>
          <p:nvPr/>
        </p:nvCxnSpPr>
        <p:spPr>
          <a:xfrm rot="5400000" flipH="1" flipV="1">
            <a:off x="3641242" y="1791191"/>
            <a:ext cx="1777225" cy="5883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endCxn id="12" idx="2"/>
          </p:cNvCxnSpPr>
          <p:nvPr/>
        </p:nvCxnSpPr>
        <p:spPr>
          <a:xfrm rot="5400000" flipH="1" flipV="1">
            <a:off x="2583516" y="1468481"/>
            <a:ext cx="1864169" cy="672640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34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9</a:t>
            </a:fld>
            <a:endParaRPr lang="th-TH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44824"/>
            <a:ext cx="7256242" cy="4081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ction Button: Custom 7">
            <a:hlinkClick r:id="" action="ppaction://noaction" highlightClick="1"/>
          </p:cNvPr>
          <p:cNvSpPr/>
          <p:nvPr/>
        </p:nvSpPr>
        <p:spPr>
          <a:xfrm>
            <a:off x="3754760" y="764704"/>
            <a:ext cx="1944216" cy="432048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</a:p>
          <a:p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1</a:t>
            </a:r>
            <a:r>
              <a:rPr lang="th-TH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. 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กดเลือก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Print Preview</a:t>
            </a:r>
            <a:endParaRPr lang="en-US" sz="1600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 </a:t>
            </a:r>
            <a:r>
              <a:rPr lang="en-US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endParaRPr lang="th-TH" sz="1600" dirty="0">
              <a:latin typeface="Angsana New" pitchFamily="18" charset="-34"/>
              <a:cs typeface="Angsana New" pitchFamily="18" charset="-34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104" y="2708920"/>
            <a:ext cx="648072" cy="30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Elbow Connector 9"/>
          <p:cNvCxnSpPr/>
          <p:nvPr/>
        </p:nvCxnSpPr>
        <p:spPr>
          <a:xfrm rot="5400000" flipH="1" flipV="1">
            <a:off x="3292852" y="1658661"/>
            <a:ext cx="1512168" cy="58835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93463" y="2569627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1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5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10</a:t>
            </a:fld>
            <a:endParaRPr lang="th-TH"/>
          </a:p>
        </p:txBody>
      </p:sp>
      <p:sp>
        <p:nvSpPr>
          <p:cNvPr id="7" name="Action Button: Custom 6">
            <a:hlinkClick r:id="" action="ppaction://noaction" highlightClick="1"/>
          </p:cNvPr>
          <p:cNvSpPr/>
          <p:nvPr/>
        </p:nvSpPr>
        <p:spPr>
          <a:xfrm>
            <a:off x="2843808" y="683150"/>
            <a:ext cx="3390690" cy="432048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1600" b="1" dirty="0" smtClean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</a:p>
          <a:p>
            <a:pPr algn="ctr"/>
            <a:r>
              <a:rPr lang="th-TH" sz="1600" b="1" dirty="0" smtClean="0">
                <a:solidFill>
                  <a:schemeClr val="tx1"/>
                </a:solidFill>
              </a:rPr>
              <a:t>ตัวอย่างแสดงผล </a:t>
            </a:r>
            <a:r>
              <a:rPr lang="en-US" sz="1600" b="1" dirty="0" smtClean="0">
                <a:solidFill>
                  <a:schemeClr val="tx1"/>
                </a:solidFill>
              </a:rPr>
              <a:t>Invoice </a:t>
            </a:r>
            <a:r>
              <a:rPr lang="th-TH" sz="1600" b="1" dirty="0">
                <a:solidFill>
                  <a:schemeClr val="tx1"/>
                </a:solidFill>
              </a:rPr>
              <a:t>ค่ามัดจำ</a:t>
            </a:r>
            <a:r>
              <a:rPr lang="th-TH" sz="1600" b="1" dirty="0" smtClean="0">
                <a:solidFill>
                  <a:schemeClr val="tx1"/>
                </a:solidFill>
              </a:rPr>
              <a:t>สินค้า</a:t>
            </a:r>
            <a:endParaRPr lang="th-TH" sz="1600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8" name="Subtitle 13"/>
          <p:cNvSpPr txBox="1">
            <a:spLocks/>
          </p:cNvSpPr>
          <p:nvPr/>
        </p:nvSpPr>
        <p:spPr>
          <a:xfrm>
            <a:off x="0" y="0"/>
            <a:ext cx="8100392" cy="899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</a:t>
            </a:r>
            <a:r>
              <a:rPr lang="en-US" b="1" dirty="0" smtClean="0">
                <a:solidFill>
                  <a:schemeClr val="tx1"/>
                </a:solidFill>
              </a:rPr>
              <a:t>Invoice </a:t>
            </a:r>
            <a:r>
              <a:rPr lang="th-TH" b="1" dirty="0" smtClean="0">
                <a:solidFill>
                  <a:schemeClr val="tx1"/>
                </a:solidFill>
              </a:rPr>
              <a:t>ค่ามัดจำสินค้า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th-TH" b="1" dirty="0" smtClean="0">
                <a:solidFill>
                  <a:schemeClr val="tx1"/>
                </a:solidFill>
              </a:rPr>
              <a:t>กร</a:t>
            </a:r>
            <a:r>
              <a:rPr lang="th-TH" b="1" dirty="0" smtClean="0">
                <a:solidFill>
                  <a:schemeClr val="tx1"/>
                </a:solidFill>
              </a:rPr>
              <a:t>ณี </a:t>
            </a:r>
            <a:r>
              <a:rPr lang="en-US" b="1" dirty="0" smtClean="0">
                <a:solidFill>
                  <a:schemeClr val="tx1"/>
                </a:solidFill>
              </a:rPr>
              <a:t>30% , 70% , 100% 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th-TH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24" y="1252723"/>
            <a:ext cx="3952676" cy="511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94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400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Angsana New</vt:lpstr>
      <vt:lpstr>Arial</vt:lpstr>
      <vt:lpstr>Calibri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TD5507003</dc:creator>
  <cp:lastModifiedBy>TD5607007</cp:lastModifiedBy>
  <cp:revision>36</cp:revision>
  <dcterms:created xsi:type="dcterms:W3CDTF">2024-06-28T01:32:19Z</dcterms:created>
  <dcterms:modified xsi:type="dcterms:W3CDTF">2024-08-05T10:57:09Z</dcterms:modified>
</cp:coreProperties>
</file>