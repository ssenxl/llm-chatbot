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787" y="-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E3578-A431-494F-B0A9-B04DE8860006}" type="datetimeFigureOut">
              <a:rPr lang="th-TH" smtClean="0"/>
              <a:t>03/08/67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053F7-EFCE-4B30-88D0-0B709F45C99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369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46AE1-E49A-4AD0-89C0-96C47B1F8121}" type="datetime1">
              <a:rPr lang="th-TH" smtClean="0"/>
              <a:t>03/08/67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182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0688-63DC-4228-80C6-537956191EFA}" type="datetime1">
              <a:rPr lang="th-TH" smtClean="0"/>
              <a:t>03/08/67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4090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723BA-58D7-4FFF-8AC1-4CF35D4C7B9F}" type="datetime1">
              <a:rPr lang="th-TH" smtClean="0"/>
              <a:t>03/08/67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92698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2303-99D5-4B03-A07F-5B9B00127B74}" type="datetime1">
              <a:rPr lang="th-TH" smtClean="0"/>
              <a:t>03/08/67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6962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E67F-9272-4647-A859-1A167F2AC5E9}" type="datetime1">
              <a:rPr lang="th-TH" smtClean="0"/>
              <a:t>03/08/67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3408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F6D1-04A6-455B-BC41-F5943AF73A2E}" type="datetime1">
              <a:rPr lang="th-TH" smtClean="0"/>
              <a:t>03/08/67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59495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BD9C-BBCE-406D-B630-970D248199DD}" type="datetime1">
              <a:rPr lang="th-TH" smtClean="0"/>
              <a:t>03/08/67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5384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D9114-4726-457D-B285-75B17C369A87}" type="datetime1">
              <a:rPr lang="th-TH" smtClean="0"/>
              <a:t>03/08/67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85973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1A143-45D2-4B12-B548-61A51D0AF090}" type="datetime1">
              <a:rPr lang="th-TH" smtClean="0"/>
              <a:t>03/08/67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98618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FE35C-9544-476D-BE5A-1B445EDBF1B2}" type="datetime1">
              <a:rPr lang="th-TH" smtClean="0"/>
              <a:t>03/08/67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2309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42AB-5E52-4EA1-A97E-C95FB1660A8E}" type="datetime1">
              <a:rPr lang="th-TH" smtClean="0"/>
              <a:t>03/08/67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541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F3C2-4591-49D2-A87E-DEA54C986837}" type="datetime1">
              <a:rPr lang="th-TH" smtClean="0"/>
              <a:t>03/08/67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918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1</a:t>
            </a:fld>
            <a:endParaRPr lang="th-TH"/>
          </a:p>
        </p:txBody>
      </p:sp>
      <p:sp>
        <p:nvSpPr>
          <p:cNvPr id="11" name="Subtitle 13"/>
          <p:cNvSpPr txBox="1">
            <a:spLocks/>
          </p:cNvSpPr>
          <p:nvPr/>
        </p:nvSpPr>
        <p:spPr>
          <a:xfrm>
            <a:off x="0" y="0"/>
            <a:ext cx="7092280" cy="899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ใบลดหนี้</a:t>
            </a:r>
            <a:endParaRPr lang="th-TH" b="1" dirty="0">
              <a:solidFill>
                <a:schemeClr val="tx1"/>
              </a:solidFill>
            </a:endParaRPr>
          </a:p>
        </p:txBody>
      </p:sp>
      <p:sp>
        <p:nvSpPr>
          <p:cNvPr id="12" name="Action Button: Custom 11">
            <a:hlinkClick r:id="" action="ppaction://noaction" highlightClick="1"/>
          </p:cNvPr>
          <p:cNvSpPr/>
          <p:nvPr/>
        </p:nvSpPr>
        <p:spPr>
          <a:xfrm>
            <a:off x="2699792" y="674380"/>
            <a:ext cx="2952328" cy="449587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 smtClean="0">
                <a:solidFill>
                  <a:srgbClr val="002060"/>
                </a:solidFill>
              </a:rPr>
              <a:t>     คลิก  </a:t>
            </a:r>
            <a:r>
              <a:rPr lang="en-US" sz="1600" b="1" dirty="0">
                <a:solidFill>
                  <a:srgbClr val="002060"/>
                </a:solidFill>
              </a:rPr>
              <a:t>CP AR INVOICE ENTEY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85743"/>
            <a:ext cx="7754244" cy="4361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Action Button: Custom 12">
            <a:hlinkClick r:id="" action="ppaction://noaction" highlightClick="1"/>
          </p:cNvPr>
          <p:cNvSpPr/>
          <p:nvPr/>
        </p:nvSpPr>
        <p:spPr>
          <a:xfrm>
            <a:off x="1985156" y="3287449"/>
            <a:ext cx="1592560" cy="416983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919191" y="2924944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cxnSp>
        <p:nvCxnSpPr>
          <p:cNvPr id="6" name="Elbow Connector 5"/>
          <p:cNvCxnSpPr/>
          <p:nvPr/>
        </p:nvCxnSpPr>
        <p:spPr>
          <a:xfrm rot="5400000">
            <a:off x="1889151" y="1322216"/>
            <a:ext cx="1728970" cy="133247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864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2</a:t>
            </a:fld>
            <a:endParaRPr lang="th-TH"/>
          </a:p>
        </p:txBody>
      </p:sp>
      <p:sp>
        <p:nvSpPr>
          <p:cNvPr id="5" name="Subtitle 13"/>
          <p:cNvSpPr txBox="1">
            <a:spLocks/>
          </p:cNvSpPr>
          <p:nvPr/>
        </p:nvSpPr>
        <p:spPr>
          <a:xfrm>
            <a:off x="0" y="0"/>
            <a:ext cx="7092280" cy="899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ใบลดหนี้</a:t>
            </a:r>
            <a:endParaRPr lang="th-TH" b="1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65" y="1124591"/>
            <a:ext cx="7704856" cy="451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Action Button: Custom 6">
            <a:hlinkClick r:id="" action="ppaction://noaction" highlightClick="1"/>
          </p:cNvPr>
          <p:cNvSpPr/>
          <p:nvPr/>
        </p:nvSpPr>
        <p:spPr>
          <a:xfrm>
            <a:off x="565126" y="2910867"/>
            <a:ext cx="949932" cy="101712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9" name="Action Button: Custom 8">
            <a:hlinkClick r:id="" action="ppaction://noaction" highlightClick="1"/>
          </p:cNvPr>
          <p:cNvSpPr/>
          <p:nvPr/>
        </p:nvSpPr>
        <p:spPr>
          <a:xfrm>
            <a:off x="565126" y="1532133"/>
            <a:ext cx="720080" cy="96667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0" name="Action Button: Custom 9">
            <a:hlinkClick r:id="" action="ppaction://noaction" highlightClick="1"/>
          </p:cNvPr>
          <p:cNvSpPr/>
          <p:nvPr/>
        </p:nvSpPr>
        <p:spPr>
          <a:xfrm>
            <a:off x="3059832" y="466742"/>
            <a:ext cx="2952328" cy="449587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 smtClean="0">
                <a:solidFill>
                  <a:srgbClr val="002060"/>
                </a:solidFill>
              </a:rPr>
              <a:t> </a:t>
            </a:r>
            <a:r>
              <a:rPr lang="th-TH" sz="1600" b="1" dirty="0" smtClean="0">
                <a:solidFill>
                  <a:srgbClr val="002060"/>
                </a:solidFill>
              </a:rPr>
              <a:t>1. </a:t>
            </a:r>
            <a:r>
              <a:rPr lang="th-TH" sz="1600" b="1" dirty="0" smtClean="0">
                <a:solidFill>
                  <a:srgbClr val="002060"/>
                </a:solidFill>
              </a:rPr>
              <a:t>กดคำว่า </a:t>
            </a:r>
            <a:r>
              <a:rPr lang="en-US" sz="1600" b="1" dirty="0" smtClean="0">
                <a:solidFill>
                  <a:srgbClr val="002060"/>
                </a:solidFill>
              </a:rPr>
              <a:t>New Group</a:t>
            </a:r>
          </a:p>
          <a:p>
            <a:r>
              <a:rPr lang="en-US" sz="1600" b="1" dirty="0">
                <a:solidFill>
                  <a:srgbClr val="002060"/>
                </a:solidFill>
                <a:latin typeface="Angsana New" panose="02020603050405020304" pitchFamily="18" charset="-34"/>
              </a:rPr>
              <a:t> </a:t>
            </a:r>
            <a:r>
              <a:rPr lang="en-US" sz="16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 2. </a:t>
            </a:r>
            <a:r>
              <a:rPr lang="th-TH" sz="16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เลือก </a:t>
            </a:r>
            <a:r>
              <a:rPr lang="en-US" sz="16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Credit Memo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62270" y="2772425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  <a:endParaRPr lang="th-TH" dirty="0"/>
          </a:p>
        </p:txBody>
      </p:sp>
      <p:sp>
        <p:nvSpPr>
          <p:cNvPr id="12" name="Oval 11"/>
          <p:cNvSpPr/>
          <p:nvPr/>
        </p:nvSpPr>
        <p:spPr>
          <a:xfrm>
            <a:off x="203582" y="1427947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cxnSp>
        <p:nvCxnSpPr>
          <p:cNvPr id="13" name="Elbow Connector 12"/>
          <p:cNvCxnSpPr>
            <a:stCxn id="9" idx="0"/>
            <a:endCxn id="10" idx="2"/>
          </p:cNvCxnSpPr>
          <p:nvPr/>
        </p:nvCxnSpPr>
        <p:spPr>
          <a:xfrm flipV="1">
            <a:off x="1285206" y="691536"/>
            <a:ext cx="1774626" cy="888931"/>
          </a:xfrm>
          <a:prstGeom prst="bentConnector3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endCxn id="10" idx="1"/>
          </p:cNvCxnSpPr>
          <p:nvPr/>
        </p:nvCxnSpPr>
        <p:spPr>
          <a:xfrm flipV="1">
            <a:off x="1515058" y="916329"/>
            <a:ext cx="3020938" cy="2045394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422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3</a:t>
            </a:fld>
            <a:endParaRPr lang="th-TH"/>
          </a:p>
        </p:txBody>
      </p:sp>
      <p:sp>
        <p:nvSpPr>
          <p:cNvPr id="5" name="Subtitle 13"/>
          <p:cNvSpPr txBox="1">
            <a:spLocks/>
          </p:cNvSpPr>
          <p:nvPr/>
        </p:nvSpPr>
        <p:spPr>
          <a:xfrm>
            <a:off x="0" y="0"/>
            <a:ext cx="7092280" cy="620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ใบลดหนี้</a:t>
            </a:r>
            <a:endParaRPr lang="th-TH" b="1" dirty="0">
              <a:solidFill>
                <a:schemeClr val="tx1"/>
              </a:solidFill>
            </a:endParaRPr>
          </a:p>
        </p:txBody>
      </p:sp>
      <p:sp>
        <p:nvSpPr>
          <p:cNvPr id="6" name="Subtitle 13"/>
          <p:cNvSpPr txBox="1">
            <a:spLocks/>
          </p:cNvSpPr>
          <p:nvPr/>
        </p:nvSpPr>
        <p:spPr>
          <a:xfrm>
            <a:off x="0" y="0"/>
            <a:ext cx="7092280" cy="899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ใบลดหนี้</a:t>
            </a:r>
            <a:endParaRPr lang="th-TH" b="1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96566"/>
            <a:ext cx="8664398" cy="4873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Action Button: Custom 7">
            <a:hlinkClick r:id="" action="ppaction://noaction" highlightClick="1"/>
          </p:cNvPr>
          <p:cNvSpPr/>
          <p:nvPr/>
        </p:nvSpPr>
        <p:spPr>
          <a:xfrm>
            <a:off x="2051720" y="1700808"/>
            <a:ext cx="504056" cy="144016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9" name="Action Button: Custom 8">
            <a:hlinkClick r:id="" action="ppaction://noaction" highlightClick="1"/>
          </p:cNvPr>
          <p:cNvSpPr/>
          <p:nvPr/>
        </p:nvSpPr>
        <p:spPr>
          <a:xfrm>
            <a:off x="1522165" y="1859706"/>
            <a:ext cx="504056" cy="201141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0" name="Action Button: Custom 9">
            <a:hlinkClick r:id="" action="ppaction://noaction" highlightClick="1"/>
          </p:cNvPr>
          <p:cNvSpPr/>
          <p:nvPr/>
        </p:nvSpPr>
        <p:spPr>
          <a:xfrm>
            <a:off x="3059832" y="466742"/>
            <a:ext cx="2880320" cy="513986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b="1" dirty="0" smtClean="0">
                <a:solidFill>
                  <a:srgbClr val="002060"/>
                </a:solidFill>
              </a:rPr>
              <a:t> </a:t>
            </a:r>
            <a:r>
              <a:rPr lang="th-TH" sz="1800" b="1" dirty="0" smtClean="0">
                <a:solidFill>
                  <a:srgbClr val="002060"/>
                </a:solidFill>
              </a:rPr>
              <a:t>1. </a:t>
            </a:r>
            <a:r>
              <a:rPr lang="th-TH" sz="1800" b="1" dirty="0" smtClean="0">
                <a:solidFill>
                  <a:srgbClr val="002060"/>
                </a:solidFill>
              </a:rPr>
              <a:t>เลือก</a:t>
            </a:r>
            <a:r>
              <a:rPr lang="en-US" sz="1800" b="1" dirty="0" smtClean="0">
                <a:solidFill>
                  <a:srgbClr val="002060"/>
                </a:solidFill>
              </a:rPr>
              <a:t> Header </a:t>
            </a:r>
          </a:p>
          <a:p>
            <a:pPr algn="ctr"/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  2. </a:t>
            </a:r>
            <a:r>
              <a:rPr lang="en-US" sz="1800" b="1" dirty="0">
                <a:solidFill>
                  <a:srgbClr val="002060"/>
                </a:solidFill>
                <a:latin typeface="Angsana New" panose="02020603050405020304" pitchFamily="18" charset="-34"/>
              </a:rPr>
              <a:t>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กดคำว่า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Sold To</a:t>
            </a:r>
            <a:endParaRPr lang="th-TH" sz="1800" b="1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555776" y="1554669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1185748" y="1772816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  <a:endParaRPr lang="th-TH" dirty="0"/>
          </a:p>
        </p:txBody>
      </p:sp>
      <p:cxnSp>
        <p:nvCxnSpPr>
          <p:cNvPr id="13" name="Elbow Connector 12"/>
          <p:cNvCxnSpPr/>
          <p:nvPr/>
        </p:nvCxnSpPr>
        <p:spPr>
          <a:xfrm flipV="1">
            <a:off x="2905091" y="980728"/>
            <a:ext cx="1954941" cy="79208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12" idx="0"/>
          </p:cNvCxnSpPr>
          <p:nvPr/>
        </p:nvCxnSpPr>
        <p:spPr>
          <a:xfrm rot="5400000" flipH="1" flipV="1">
            <a:off x="1642677" y="411802"/>
            <a:ext cx="1072294" cy="1649734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957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4</a:t>
            </a:fld>
            <a:endParaRPr lang="th-TH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62" y="1844824"/>
            <a:ext cx="8400256" cy="4725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Subtitle 13"/>
          <p:cNvSpPr txBox="1">
            <a:spLocks/>
          </p:cNvSpPr>
          <p:nvPr/>
        </p:nvSpPr>
        <p:spPr>
          <a:xfrm>
            <a:off x="0" y="0"/>
            <a:ext cx="7092280" cy="6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ใบลดหนี้</a:t>
            </a:r>
            <a:endParaRPr lang="th-TH" b="1" dirty="0">
              <a:solidFill>
                <a:schemeClr val="tx1"/>
              </a:solidFill>
            </a:endParaRPr>
          </a:p>
        </p:txBody>
      </p:sp>
      <p:sp>
        <p:nvSpPr>
          <p:cNvPr id="9" name="Action Button: Custom 8">
            <a:hlinkClick r:id="" action="ppaction://noaction" highlightClick="1"/>
          </p:cNvPr>
          <p:cNvSpPr/>
          <p:nvPr/>
        </p:nvSpPr>
        <p:spPr>
          <a:xfrm>
            <a:off x="3203848" y="692697"/>
            <a:ext cx="2880320" cy="648072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 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กดคำว่า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Sold To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ให้เลือก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Customer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เลือกลูกค้ากด 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Search</a:t>
            </a:r>
            <a:endParaRPr lang="th-TH" sz="1800" b="1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555776" y="3140968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08501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5</a:t>
            </a:fld>
            <a:endParaRPr lang="th-TH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06" y="1813198"/>
            <a:ext cx="8272241" cy="4653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13"/>
          <p:cNvSpPr txBox="1">
            <a:spLocks/>
          </p:cNvSpPr>
          <p:nvPr/>
        </p:nvSpPr>
        <p:spPr>
          <a:xfrm>
            <a:off x="0" y="0"/>
            <a:ext cx="7092280" cy="6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ใบลดหนี้</a:t>
            </a:r>
            <a:endParaRPr lang="th-TH" b="1" dirty="0">
              <a:solidFill>
                <a:schemeClr val="tx1"/>
              </a:solidFill>
            </a:endParaRPr>
          </a:p>
        </p:txBody>
      </p:sp>
      <p:sp>
        <p:nvSpPr>
          <p:cNvPr id="7" name="Action Button: Custom 6">
            <a:hlinkClick r:id="" action="ppaction://noaction" highlightClick="1"/>
          </p:cNvPr>
          <p:cNvSpPr/>
          <p:nvPr/>
        </p:nvSpPr>
        <p:spPr>
          <a:xfrm>
            <a:off x="3307520" y="692696"/>
            <a:ext cx="2880320" cy="648072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 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 1. 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เลือกลูกค้ากด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Search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กดเลือลูกค้าที่ต้องการลดหนี้</a:t>
            </a:r>
            <a:endParaRPr lang="th-TH" sz="1800" b="1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8" name="Oval 7"/>
          <p:cNvSpPr/>
          <p:nvPr/>
        </p:nvSpPr>
        <p:spPr>
          <a:xfrm>
            <a:off x="2971103" y="3462773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cxnSp>
        <p:nvCxnSpPr>
          <p:cNvPr id="12" name="Elbow Connector 11"/>
          <p:cNvCxnSpPr/>
          <p:nvPr/>
        </p:nvCxnSpPr>
        <p:spPr>
          <a:xfrm rot="5400000" flipH="1" flipV="1">
            <a:off x="1691680" y="1124744"/>
            <a:ext cx="72008" cy="7200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 rot="5400000" flipH="1" flipV="1">
            <a:off x="2954287" y="1525792"/>
            <a:ext cx="2130508" cy="176046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523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6</a:t>
            </a:fld>
            <a:endParaRPr lang="th-TH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93776"/>
            <a:ext cx="8394215" cy="4721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13"/>
          <p:cNvSpPr txBox="1">
            <a:spLocks/>
          </p:cNvSpPr>
          <p:nvPr/>
        </p:nvSpPr>
        <p:spPr>
          <a:xfrm>
            <a:off x="0" y="0"/>
            <a:ext cx="7092280" cy="5486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ใบลดหนี้</a:t>
            </a:r>
            <a:endParaRPr lang="th-TH" b="1" dirty="0">
              <a:solidFill>
                <a:schemeClr val="tx1"/>
              </a:solidFill>
            </a:endParaRPr>
          </a:p>
        </p:txBody>
      </p:sp>
      <p:sp>
        <p:nvSpPr>
          <p:cNvPr id="7" name="Action Button: Custom 6">
            <a:hlinkClick r:id="" action="ppaction://noaction" highlightClick="1"/>
          </p:cNvPr>
          <p:cNvSpPr/>
          <p:nvPr/>
        </p:nvSpPr>
        <p:spPr>
          <a:xfrm>
            <a:off x="3307520" y="692696"/>
            <a:ext cx="3280704" cy="504056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เลือกลูกค้าที่ต้องการลดหนี้จะชึ้น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รูปแบบนี้</a:t>
            </a:r>
            <a:endParaRPr lang="th-TH" sz="1800" b="1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0849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7</a:t>
            </a:fld>
            <a:endParaRPr lang="th-TH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42" y="1455067"/>
            <a:ext cx="8761986" cy="4928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ubtitle 13"/>
          <p:cNvSpPr txBox="1">
            <a:spLocks/>
          </p:cNvSpPr>
          <p:nvPr/>
        </p:nvSpPr>
        <p:spPr>
          <a:xfrm>
            <a:off x="0" y="0"/>
            <a:ext cx="7092280" cy="5486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ใบลดหนี้</a:t>
            </a:r>
            <a:endParaRPr lang="th-TH" b="1" dirty="0">
              <a:solidFill>
                <a:schemeClr val="tx1"/>
              </a:solidFill>
            </a:endParaRPr>
          </a:p>
        </p:txBody>
      </p:sp>
      <p:sp>
        <p:nvSpPr>
          <p:cNvPr id="8" name="Action Button: Custom 7">
            <a:hlinkClick r:id="" action="ppaction://noaction" highlightClick="1"/>
          </p:cNvPr>
          <p:cNvSpPr/>
          <p:nvPr/>
        </p:nvSpPr>
        <p:spPr>
          <a:xfrm>
            <a:off x="3307520" y="548680"/>
            <a:ext cx="3280704" cy="648072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ให้เลือกคำว่า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New Line  &gt;&gt;&gt;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มาที่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LINE</a:t>
            </a:r>
          </a:p>
          <a:p>
            <a:pPr marL="342900" indent="-342900" algn="ctr">
              <a:buAutoNum type="arabicPeriod"/>
            </a:pP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ตรงคำว่า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Part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ให้ใส่จำนวน / ราคาทิ่ผิด</a:t>
            </a:r>
            <a:endParaRPr lang="th-TH" sz="1800" b="1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9" name="Oval 8"/>
          <p:cNvSpPr/>
          <p:nvPr/>
        </p:nvSpPr>
        <p:spPr>
          <a:xfrm>
            <a:off x="3377931" y="2368939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10" name="Action Button: Custom 9">
            <a:hlinkClick r:id="" action="ppaction://noaction" highlightClick="1"/>
          </p:cNvPr>
          <p:cNvSpPr/>
          <p:nvPr/>
        </p:nvSpPr>
        <p:spPr>
          <a:xfrm>
            <a:off x="2803463" y="2420888"/>
            <a:ext cx="504056" cy="201141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1" name="Action Button: Custom 10">
            <a:hlinkClick r:id="" action="ppaction://noaction" highlightClick="1"/>
          </p:cNvPr>
          <p:cNvSpPr/>
          <p:nvPr/>
        </p:nvSpPr>
        <p:spPr>
          <a:xfrm>
            <a:off x="3307520" y="3501008"/>
            <a:ext cx="1552512" cy="201141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918895" y="3449059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  <a:endParaRPr lang="th-TH" dirty="0"/>
          </a:p>
        </p:txBody>
      </p:sp>
      <p:cxnSp>
        <p:nvCxnSpPr>
          <p:cNvPr id="13" name="Elbow Connector 12"/>
          <p:cNvCxnSpPr/>
          <p:nvPr/>
        </p:nvCxnSpPr>
        <p:spPr>
          <a:xfrm rot="5400000" flipH="1" flipV="1">
            <a:off x="4377161" y="1874943"/>
            <a:ext cx="2404825" cy="104844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rot="5400000" flipH="1" flipV="1">
            <a:off x="3376984" y="1365909"/>
            <a:ext cx="1202413" cy="8641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66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8</a:t>
            </a:fld>
            <a:endParaRPr lang="th-TH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0808"/>
            <a:ext cx="8346060" cy="4694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13"/>
          <p:cNvSpPr txBox="1">
            <a:spLocks/>
          </p:cNvSpPr>
          <p:nvPr/>
        </p:nvSpPr>
        <p:spPr>
          <a:xfrm>
            <a:off x="0" y="0"/>
            <a:ext cx="7092280" cy="5486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ใบลดหนี้</a:t>
            </a:r>
            <a:endParaRPr lang="th-TH" b="1" dirty="0">
              <a:solidFill>
                <a:schemeClr val="tx1"/>
              </a:solidFill>
            </a:endParaRPr>
          </a:p>
        </p:txBody>
      </p:sp>
      <p:sp>
        <p:nvSpPr>
          <p:cNvPr id="7" name="Action Button: Custom 6">
            <a:hlinkClick r:id="" action="ppaction://noaction" highlightClick="1"/>
          </p:cNvPr>
          <p:cNvSpPr/>
          <p:nvPr/>
        </p:nvSpPr>
        <p:spPr>
          <a:xfrm>
            <a:off x="3059832" y="548680"/>
            <a:ext cx="4392488" cy="648072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               1.ให้เลือกคำว่า </a:t>
            </a:r>
            <a:r>
              <a:rPr lang="en-US" sz="1800" b="1" dirty="0">
                <a:solidFill>
                  <a:srgbClr val="002060"/>
                </a:solidFill>
                <a:latin typeface="Angsana New" panose="02020603050405020304" pitchFamily="18" charset="-34"/>
              </a:rPr>
              <a:t>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Action &gt;&gt;&gt;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มาที่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Group</a:t>
            </a:r>
          </a:p>
          <a:p>
            <a:pPr algn="ctr"/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2.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กดตรงคำว่า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Print Invoice </a:t>
            </a:r>
            <a:endParaRPr lang="th-TH" sz="1800" b="1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8" name="Oval 7"/>
          <p:cNvSpPr/>
          <p:nvPr/>
        </p:nvSpPr>
        <p:spPr>
          <a:xfrm>
            <a:off x="1907704" y="2368939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4180745" y="2673857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  <a:endParaRPr lang="th-TH" dirty="0"/>
          </a:p>
        </p:txBody>
      </p:sp>
      <p:cxnSp>
        <p:nvCxnSpPr>
          <p:cNvPr id="10" name="Elbow Connector 9"/>
          <p:cNvCxnSpPr>
            <a:stCxn id="9" idx="6"/>
          </p:cNvCxnSpPr>
          <p:nvPr/>
        </p:nvCxnSpPr>
        <p:spPr>
          <a:xfrm flipV="1">
            <a:off x="4517162" y="1196753"/>
            <a:ext cx="1229438" cy="1629623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endCxn id="7" idx="2"/>
          </p:cNvCxnSpPr>
          <p:nvPr/>
        </p:nvCxnSpPr>
        <p:spPr>
          <a:xfrm rot="5400000" flipH="1" flipV="1">
            <a:off x="1819759" y="1128870"/>
            <a:ext cx="1496226" cy="983919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76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9</a:t>
            </a:fld>
            <a:endParaRPr lang="th-TH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710881"/>
            <a:ext cx="8617037" cy="4847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13"/>
          <p:cNvSpPr txBox="1">
            <a:spLocks/>
          </p:cNvSpPr>
          <p:nvPr/>
        </p:nvSpPr>
        <p:spPr>
          <a:xfrm>
            <a:off x="0" y="0"/>
            <a:ext cx="7092280" cy="5486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ใบลดหนี้</a:t>
            </a:r>
            <a:endParaRPr lang="th-TH" b="1" dirty="0">
              <a:solidFill>
                <a:schemeClr val="tx1"/>
              </a:solidFill>
            </a:endParaRPr>
          </a:p>
        </p:txBody>
      </p:sp>
      <p:sp>
        <p:nvSpPr>
          <p:cNvPr id="8" name="Action Button: Custom 7">
            <a:hlinkClick r:id="" action="ppaction://noaction" highlightClick="1"/>
          </p:cNvPr>
          <p:cNvSpPr/>
          <p:nvPr/>
        </p:nvSpPr>
        <p:spPr>
          <a:xfrm>
            <a:off x="2555776" y="563960"/>
            <a:ext cx="4392488" cy="648072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               1.ให้เลือกคำว่า </a:t>
            </a:r>
            <a:r>
              <a:rPr lang="en-US" sz="1800" b="1" dirty="0">
                <a:solidFill>
                  <a:srgbClr val="002060"/>
                </a:solidFill>
                <a:latin typeface="Angsana New" panose="02020603050405020304" pitchFamily="18" charset="-34"/>
              </a:rPr>
              <a:t> </a:t>
            </a:r>
            <a:r>
              <a:rPr lang="en-US" sz="1800" b="1" dirty="0" err="1" smtClean="0">
                <a:solidFill>
                  <a:srgbClr val="002060"/>
                </a:solidFill>
                <a:latin typeface="Angsana New" panose="02020603050405020304" pitchFamily="18" charset="-34"/>
              </a:rPr>
              <a:t>Setcion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  &gt;&gt;&gt;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มาที่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Report Style </a:t>
            </a:r>
          </a:p>
          <a:p>
            <a:pPr algn="ctr"/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2. </a:t>
            </a:r>
            <a:r>
              <a:rPr lang="en-US" sz="1800" b="1" dirty="0">
                <a:solidFill>
                  <a:srgbClr val="002060"/>
                </a:solidFill>
                <a:latin typeface="Angsana New" panose="02020603050405020304" pitchFamily="18" charset="-34"/>
              </a:rPr>
              <a:t>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เลือกใบลดหนี้ใบกำกับภาษี</a:t>
            </a:r>
            <a:endParaRPr lang="th-TH" sz="1800" b="1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9" name="Oval 8"/>
          <p:cNvSpPr/>
          <p:nvPr/>
        </p:nvSpPr>
        <p:spPr>
          <a:xfrm>
            <a:off x="3059832" y="3068960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4932040" y="5486587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  <a:endParaRPr lang="th-TH" dirty="0"/>
          </a:p>
        </p:txBody>
      </p:sp>
      <p:sp>
        <p:nvSpPr>
          <p:cNvPr id="11" name="Action Button: Custom 10">
            <a:hlinkClick r:id="" action="ppaction://noaction" highlightClick="1"/>
          </p:cNvPr>
          <p:cNvSpPr/>
          <p:nvPr/>
        </p:nvSpPr>
        <p:spPr>
          <a:xfrm>
            <a:off x="2411760" y="3155344"/>
            <a:ext cx="504056" cy="201141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2" name="Action Button: Custom 11">
            <a:hlinkClick r:id="" action="ppaction://noaction" highlightClick="1"/>
          </p:cNvPr>
          <p:cNvSpPr/>
          <p:nvPr/>
        </p:nvSpPr>
        <p:spPr>
          <a:xfrm>
            <a:off x="3986376" y="5639104"/>
            <a:ext cx="945663" cy="152520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cxnSp>
        <p:nvCxnSpPr>
          <p:cNvPr id="13" name="Elbow Connector 12"/>
          <p:cNvCxnSpPr/>
          <p:nvPr/>
        </p:nvCxnSpPr>
        <p:spPr>
          <a:xfrm rot="5400000" flipH="1" flipV="1">
            <a:off x="3128599" y="3214859"/>
            <a:ext cx="4370344" cy="47814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2336358" y="2089578"/>
            <a:ext cx="1880709" cy="23907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65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10</a:t>
            </a:fld>
            <a:endParaRPr lang="th-TH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8239787" cy="5066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13"/>
          <p:cNvSpPr txBox="1">
            <a:spLocks/>
          </p:cNvSpPr>
          <p:nvPr/>
        </p:nvSpPr>
        <p:spPr>
          <a:xfrm>
            <a:off x="0" y="0"/>
            <a:ext cx="7092280" cy="5486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ใบลดหนี</a:t>
            </a:r>
            <a:endParaRPr lang="th-TH" b="1" dirty="0">
              <a:solidFill>
                <a:schemeClr val="tx1"/>
              </a:solidFill>
            </a:endParaRPr>
          </a:p>
        </p:txBody>
      </p:sp>
      <p:sp>
        <p:nvSpPr>
          <p:cNvPr id="7" name="Action Button: Custom 6">
            <a:hlinkClick r:id="" action="ppaction://noaction" highlightClick="1"/>
          </p:cNvPr>
          <p:cNvSpPr/>
          <p:nvPr/>
        </p:nvSpPr>
        <p:spPr>
          <a:xfrm>
            <a:off x="2555776" y="563960"/>
            <a:ext cx="4392488" cy="648072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               เลือกคำว่า </a:t>
            </a:r>
            <a:r>
              <a:rPr lang="en-US" sz="1800" b="1" dirty="0">
                <a:solidFill>
                  <a:srgbClr val="002060"/>
                </a:solidFill>
                <a:latin typeface="Angsana New" panose="02020603050405020304" pitchFamily="18" charset="-34"/>
              </a:rPr>
              <a:t>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Thailand  &gt;&gt;&gt; </a:t>
            </a:r>
            <a:r>
              <a:rPr lang="th-TH" sz="1800" b="1" dirty="0">
                <a:solidFill>
                  <a:srgbClr val="002060"/>
                </a:solidFill>
                <a:latin typeface="Angsana New" panose="02020603050405020304" pitchFamily="18" charset="-34"/>
              </a:rPr>
              <a:t>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Hear – Office </a:t>
            </a:r>
            <a:r>
              <a:rPr lang="th-TH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แล้วเลือก </a:t>
            </a:r>
            <a:r>
              <a:rPr lang="en-US" sz="1800" b="1" dirty="0" smtClean="0">
                <a:solidFill>
                  <a:srgbClr val="002060"/>
                </a:solidFill>
                <a:latin typeface="Angsana New" panose="02020603050405020304" pitchFamily="18" charset="-34"/>
              </a:rPr>
              <a:t>Print Preview </a:t>
            </a:r>
          </a:p>
        </p:txBody>
      </p:sp>
    </p:spTree>
    <p:extLst>
      <p:ext uri="{BB962C8B-B14F-4D97-AF65-F5344CB8AC3E}">
        <p14:creationId xmlns:p14="http://schemas.microsoft.com/office/powerpoint/2010/main" val="1693163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11</a:t>
            </a:fld>
            <a:endParaRPr lang="th-TH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904" y="789148"/>
            <a:ext cx="4050320" cy="554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13"/>
          <p:cNvSpPr txBox="1">
            <a:spLocks/>
          </p:cNvSpPr>
          <p:nvPr/>
        </p:nvSpPr>
        <p:spPr>
          <a:xfrm>
            <a:off x="0" y="0"/>
            <a:ext cx="7092280" cy="5486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ใบลดหนี้</a:t>
            </a:r>
            <a:endParaRPr lang="th-TH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867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236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TD5507003</dc:creator>
  <cp:lastModifiedBy>TD5507003</cp:lastModifiedBy>
  <cp:revision>33</cp:revision>
  <dcterms:created xsi:type="dcterms:W3CDTF">2024-06-28T01:32:19Z</dcterms:created>
  <dcterms:modified xsi:type="dcterms:W3CDTF">2024-08-03T07:52:06Z</dcterms:modified>
</cp:coreProperties>
</file>