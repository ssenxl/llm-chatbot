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6" r:id="rId1"/>
  </p:sldMasterIdLst>
  <p:notesMasterIdLst>
    <p:notesMasterId r:id="rId10"/>
  </p:notesMasterIdLst>
  <p:sldIdLst>
    <p:sldId id="266" r:id="rId2"/>
    <p:sldId id="256" r:id="rId3"/>
    <p:sldId id="259" r:id="rId4"/>
    <p:sldId id="264" r:id="rId5"/>
    <p:sldId id="267" r:id="rId6"/>
    <p:sldId id="268" r:id="rId7"/>
    <p:sldId id="269" r:id="rId8"/>
    <p:sldId id="270" r:id="rId9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12" autoAdjust="0"/>
    <p:restoredTop sz="94364" autoAdjust="0"/>
  </p:normalViewPr>
  <p:slideViewPr>
    <p:cSldViewPr snapToGrid="0">
      <p:cViewPr varScale="1">
        <p:scale>
          <a:sx n="73" d="100"/>
          <a:sy n="73" d="100"/>
        </p:scale>
        <p:origin x="4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3175A-952E-4B1F-9165-4D98B2F1E703}" type="datetimeFigureOut">
              <a:rPr lang="th-TH" smtClean="0"/>
              <a:t>29/02/67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4520C2-D8BC-4A1D-9C3E-D38F0123204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16772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520C2-D8BC-4A1D-9C3E-D38F01232044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02672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520C2-D8BC-4A1D-9C3E-D38F01232044}" type="slidenum">
              <a:rPr lang="th-TH" smtClean="0"/>
              <a:t>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44277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520C2-D8BC-4A1D-9C3E-D38F01232044}" type="slidenum">
              <a:rPr lang="th-TH" smtClean="0"/>
              <a:t>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8800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520C2-D8BC-4A1D-9C3E-D38F01232044}" type="slidenum">
              <a:rPr lang="th-TH" smtClean="0"/>
              <a:t>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91361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24EE6-ECA6-4100-83D8-48767B8CC0A2}" type="datetimeFigureOut">
              <a:rPr lang="th-TH" smtClean="0"/>
              <a:t>29/02/67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507C3-7D7D-4491-9DF3-0AFF7DFAF4A2}" type="slidenum">
              <a:rPr lang="th-TH" smtClean="0"/>
              <a:t>‹#›</a:t>
            </a:fld>
            <a:endParaRPr lang="th-TH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4511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24EE6-ECA6-4100-83D8-48767B8CC0A2}" type="datetimeFigureOut">
              <a:rPr lang="th-TH" smtClean="0"/>
              <a:t>29/02/67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507C3-7D7D-4491-9DF3-0AFF7DFAF4A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43997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24EE6-ECA6-4100-83D8-48767B8CC0A2}" type="datetimeFigureOut">
              <a:rPr lang="th-TH" smtClean="0"/>
              <a:t>29/02/67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507C3-7D7D-4491-9DF3-0AFF7DFAF4A2}" type="slidenum">
              <a:rPr lang="th-TH" smtClean="0"/>
              <a:t>‹#›</a:t>
            </a:fld>
            <a:endParaRPr lang="th-TH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9939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24EE6-ECA6-4100-83D8-48767B8CC0A2}" type="datetimeFigureOut">
              <a:rPr lang="th-TH" smtClean="0"/>
              <a:t>29/02/67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507C3-7D7D-4491-9DF3-0AFF7DFAF4A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73481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24EE6-ECA6-4100-83D8-48767B8CC0A2}" type="datetimeFigureOut">
              <a:rPr lang="th-TH" smtClean="0"/>
              <a:t>29/02/67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507C3-7D7D-4491-9DF3-0AFF7DFAF4A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00394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24EE6-ECA6-4100-83D8-48767B8CC0A2}" type="datetimeFigureOut">
              <a:rPr lang="th-TH" smtClean="0"/>
              <a:t>29/02/67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507C3-7D7D-4491-9DF3-0AFF7DFAF4A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97719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24EE6-ECA6-4100-83D8-48767B8CC0A2}" type="datetimeFigureOut">
              <a:rPr lang="th-TH" smtClean="0"/>
              <a:t>29/02/67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507C3-7D7D-4491-9DF3-0AFF7DFAF4A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85521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3B24EE6-ECA6-4100-83D8-48767B8CC0A2}" type="datetimeFigureOut">
              <a:rPr lang="th-TH" smtClean="0"/>
              <a:t>29/02/67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72507C3-7D7D-4491-9DF3-0AFF7DFAF4A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90688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24EE6-ECA6-4100-83D8-48767B8CC0A2}" type="datetimeFigureOut">
              <a:rPr lang="th-TH" smtClean="0"/>
              <a:t>29/02/67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507C3-7D7D-4491-9DF3-0AFF7DFAF4A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79987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24EE6-ECA6-4100-83D8-48767B8CC0A2}" type="datetimeFigureOut">
              <a:rPr lang="th-TH" smtClean="0"/>
              <a:t>29/02/67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507C3-7D7D-4491-9DF3-0AFF7DFAF4A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64330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24EE6-ECA6-4100-83D8-48767B8CC0A2}" type="datetimeFigureOut">
              <a:rPr lang="th-TH" smtClean="0"/>
              <a:t>29/02/67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507C3-7D7D-4491-9DF3-0AFF7DFAF4A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80226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3B24EE6-ECA6-4100-83D8-48767B8CC0A2}" type="datetimeFigureOut">
              <a:rPr lang="th-TH" smtClean="0"/>
              <a:t>29/02/67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72507C3-7D7D-4491-9DF3-0AFF7DFAF4A2}" type="slidenum">
              <a:rPr lang="th-TH" smtClean="0"/>
              <a:t>‹#›</a:t>
            </a:fld>
            <a:endParaRPr lang="th-TH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98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71" r="12901" b="12725"/>
          <a:stretch/>
        </p:blipFill>
        <p:spPr bwMode="auto">
          <a:xfrm>
            <a:off x="1345722" y="1759788"/>
            <a:ext cx="9644332" cy="4192437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3347049" y="362309"/>
            <a:ext cx="4968815" cy="759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ARP020 </a:t>
            </a:r>
            <a:r>
              <a:rPr lang="th-TH" dirty="0" smtClean="0"/>
              <a:t>กา</a:t>
            </a:r>
            <a:r>
              <a:rPr lang="th-TH" dirty="0" smtClean="0"/>
              <a:t>รบันทึกตั้ง</a:t>
            </a:r>
            <a:r>
              <a:rPr lang="th-TH" dirty="0" smtClean="0"/>
              <a:t>หนี้จาการส่งสินค้า</a:t>
            </a:r>
            <a:endParaRPr lang="th-TH" dirty="0"/>
          </a:p>
        </p:txBody>
      </p:sp>
      <p:sp>
        <p:nvSpPr>
          <p:cNvPr id="6" name="Rectangle 5"/>
          <p:cNvSpPr/>
          <p:nvPr/>
        </p:nvSpPr>
        <p:spPr>
          <a:xfrm>
            <a:off x="7332453" y="5244860"/>
            <a:ext cx="3657601" cy="13112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/>
              <a:t>1)ขายในประเทศ</a:t>
            </a:r>
            <a:r>
              <a:rPr lang="en-US" dirty="0" smtClean="0"/>
              <a:t> </a:t>
            </a:r>
            <a:r>
              <a:rPr lang="th-TH" dirty="0" smtClean="0"/>
              <a:t>ส่ง</a:t>
            </a:r>
            <a:r>
              <a:rPr lang="en-US" dirty="0" smtClean="0"/>
              <a:t>INV. </a:t>
            </a:r>
            <a:r>
              <a:rPr lang="th-TH" dirty="0" smtClean="0"/>
              <a:t>และสำเนาใบกำกับภาษีให้ ฝ่ายบัญชีทำการตรวจสอบข้อมูลในระบบ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289278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8293" t="950" r="3766" b="21739"/>
          <a:stretch/>
        </p:blipFill>
        <p:spPr>
          <a:xfrm>
            <a:off x="1759789" y="603849"/>
            <a:ext cx="8057072" cy="420969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90913" y="3019245"/>
            <a:ext cx="4779033" cy="27777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tx1"/>
                </a:solidFill>
              </a:rPr>
              <a:t>2)ฝ่ายบัญชี ทำการตรวจสอบข้อมูลโดยเรียกข้อมูล </a:t>
            </a:r>
          </a:p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  Actions Group        Edit List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                Preview </a:t>
            </a:r>
            <a:r>
              <a:rPr lang="th-TH" dirty="0" smtClean="0">
                <a:solidFill>
                  <a:schemeClr val="tx1"/>
                </a:solidFill>
              </a:rPr>
              <a:t>ดูข้อมูล</a:t>
            </a:r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/>
          </a:p>
          <a:p>
            <a:pPr algn="ctr"/>
            <a:endParaRPr lang="th-TH" dirty="0"/>
          </a:p>
        </p:txBody>
      </p:sp>
      <p:sp>
        <p:nvSpPr>
          <p:cNvPr id="7" name="Notched Right Arrow 6"/>
          <p:cNvSpPr/>
          <p:nvPr/>
        </p:nvSpPr>
        <p:spPr>
          <a:xfrm>
            <a:off x="9540815" y="4106173"/>
            <a:ext cx="552091" cy="138023"/>
          </a:xfrm>
          <a:prstGeom prst="notched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ectangle 7"/>
          <p:cNvSpPr/>
          <p:nvPr/>
        </p:nvSpPr>
        <p:spPr>
          <a:xfrm>
            <a:off x="1759789" y="845389"/>
            <a:ext cx="1604513" cy="32780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ectangle 8"/>
          <p:cNvSpPr/>
          <p:nvPr/>
        </p:nvSpPr>
        <p:spPr>
          <a:xfrm>
            <a:off x="3364302" y="1293962"/>
            <a:ext cx="1173192" cy="32780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38783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7071" r="14773" b="11262"/>
          <a:stretch/>
        </p:blipFill>
        <p:spPr>
          <a:xfrm>
            <a:off x="1811547" y="-228600"/>
            <a:ext cx="8867955" cy="649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996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1066" r="4012" b="11215"/>
          <a:stretch/>
        </p:blipFill>
        <p:spPr>
          <a:xfrm>
            <a:off x="1017917" y="-228599"/>
            <a:ext cx="10955547" cy="643961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28936" y="4088921"/>
            <a:ext cx="1466490" cy="53483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/>
          <p:cNvSpPr/>
          <p:nvPr/>
        </p:nvSpPr>
        <p:spPr>
          <a:xfrm>
            <a:off x="4727275" y="4623758"/>
            <a:ext cx="2363638" cy="293299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Rectangle 6"/>
          <p:cNvSpPr/>
          <p:nvPr/>
        </p:nvSpPr>
        <p:spPr>
          <a:xfrm>
            <a:off x="7344697" y="4623758"/>
            <a:ext cx="4262284" cy="30306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dirty="0" smtClean="0"/>
              <a:t>3)ทำการตรวจสอบความถูกต้องของข้อมูล ยอด </a:t>
            </a:r>
            <a:r>
              <a:rPr lang="en-US" dirty="0" smtClean="0"/>
              <a:t>Debit</a:t>
            </a:r>
            <a:r>
              <a:rPr lang="th-TH" dirty="0" smtClean="0"/>
              <a:t> และ </a:t>
            </a:r>
            <a:r>
              <a:rPr lang="en-US" dirty="0" smtClean="0"/>
              <a:t> Credit </a:t>
            </a:r>
            <a:r>
              <a:rPr lang="th-TH" dirty="0" smtClean="0"/>
              <a:t>ต้องตรงกัน</a:t>
            </a:r>
          </a:p>
          <a:p>
            <a:r>
              <a:rPr lang="th-TH" dirty="0" smtClean="0"/>
              <a:t>ตรวจสอบ </a:t>
            </a:r>
            <a:r>
              <a:rPr lang="en-US" dirty="0" smtClean="0"/>
              <a:t>Description </a:t>
            </a:r>
            <a:r>
              <a:rPr lang="th-TH" dirty="0" smtClean="0"/>
              <a:t>ว่าเป็น </a:t>
            </a:r>
            <a:r>
              <a:rPr lang="en-US" dirty="0" smtClean="0"/>
              <a:t>Customer Part </a:t>
            </a:r>
            <a:r>
              <a:rPr lang="th-TH" dirty="0" smtClean="0"/>
              <a:t>อะไร เข่น ขายในประเทศ </a:t>
            </a:r>
            <a:r>
              <a:rPr lang="en-US" dirty="0" smtClean="0"/>
              <a:t>S </a:t>
            </a:r>
            <a:r>
              <a:rPr lang="en-US" dirty="0"/>
              <a:t> </a:t>
            </a:r>
            <a:r>
              <a:rPr lang="en-US" dirty="0" smtClean="0"/>
              <a:t>Part</a:t>
            </a:r>
            <a:r>
              <a:rPr lang="en-US" dirty="0"/>
              <a:t> </a:t>
            </a:r>
            <a:r>
              <a:rPr lang="th-TH" dirty="0" smtClean="0"/>
              <a:t>นี้ผูกกับ</a:t>
            </a:r>
            <a:r>
              <a:rPr lang="en-US" dirty="0" smtClean="0"/>
              <a:t> Product code </a:t>
            </a:r>
            <a:r>
              <a:rPr lang="th-TH" dirty="0" smtClean="0"/>
              <a:t>ดูจากกลุ่มการขายด้วยว่าเป็นขายในประเทศหรือขายต่างประเทศ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917657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807" t="201" r="35870" b="21875"/>
          <a:stretch/>
        </p:blipFill>
        <p:spPr>
          <a:xfrm>
            <a:off x="-430745" y="-14749"/>
            <a:ext cx="7473100" cy="533891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73794" y="2123767"/>
            <a:ext cx="781664" cy="22122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8010482" y="3468821"/>
            <a:ext cx="3406877" cy="19762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/>
              <a:t>4)ทำการเช็คว่า </a:t>
            </a:r>
            <a:r>
              <a:rPr lang="en-US" dirty="0" smtClean="0"/>
              <a:t>Part </a:t>
            </a:r>
            <a:r>
              <a:rPr lang="th-TH" dirty="0" smtClean="0"/>
              <a:t>นี้ลง</a:t>
            </a:r>
            <a:r>
              <a:rPr lang="th-TH" dirty="0"/>
              <a:t> </a:t>
            </a:r>
            <a:r>
              <a:rPr lang="en-US" dirty="0" smtClean="0"/>
              <a:t>Group </a:t>
            </a:r>
            <a:r>
              <a:rPr lang="th-TH" dirty="0" smtClean="0"/>
              <a:t>อะไร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224954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800" r="32695" b="23523"/>
          <a:stretch/>
        </p:blipFill>
        <p:spPr>
          <a:xfrm>
            <a:off x="353961" y="125362"/>
            <a:ext cx="8153320" cy="54347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649295" y="3200400"/>
            <a:ext cx="3362633" cy="23597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/>
              <a:t>5) ตรวจสอบ ดูแล้วว่าผูกผิดให้ทำการเปลี่ยนแปลงข้อมูลใน</a:t>
            </a:r>
            <a:r>
              <a:rPr lang="th-TH" dirty="0"/>
              <a:t> </a:t>
            </a:r>
            <a:r>
              <a:rPr lang="en-US" dirty="0" smtClean="0"/>
              <a:t>Group </a:t>
            </a:r>
            <a:r>
              <a:rPr lang="th-TH" dirty="0" smtClean="0"/>
              <a:t>ตามรายละเอียดที่ขึ้น</a:t>
            </a:r>
          </a:p>
          <a:p>
            <a:pPr algn="ctr"/>
            <a:r>
              <a:rPr lang="th-TH" dirty="0" smtClean="0"/>
              <a:t>โชว์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754309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467" t="-1411" r="37570" b="22682"/>
          <a:stretch/>
        </p:blipFill>
        <p:spPr>
          <a:xfrm>
            <a:off x="550608" y="221226"/>
            <a:ext cx="7801896" cy="575924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760542" y="3100848"/>
            <a:ext cx="3431458" cy="2757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/>
              <a:t>6)ทำการเปลี่ยนแปลงข้อมูลที่</a:t>
            </a:r>
          </a:p>
          <a:p>
            <a:r>
              <a:rPr lang="en-US" sz="1800" dirty="0" smtClean="0"/>
              <a:t>Actions         Group           Edit list</a:t>
            </a:r>
            <a:endParaRPr lang="th-TH" sz="1800" dirty="0"/>
          </a:p>
        </p:txBody>
      </p:sp>
      <p:sp>
        <p:nvSpPr>
          <p:cNvPr id="4" name="Right Arrow 3"/>
          <p:cNvSpPr/>
          <p:nvPr/>
        </p:nvSpPr>
        <p:spPr>
          <a:xfrm>
            <a:off x="9576618" y="4631099"/>
            <a:ext cx="422788" cy="16592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rgbClr val="FF0000"/>
                </a:solidFill>
              </a:rPr>
              <a:t>     </a:t>
            </a:r>
            <a:endParaRPr lang="th-TH" dirty="0">
              <a:solidFill>
                <a:srgbClr val="FF0000"/>
              </a:solidFill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10689385" y="4583167"/>
            <a:ext cx="497758" cy="213852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ectangle 7"/>
          <p:cNvSpPr/>
          <p:nvPr/>
        </p:nvSpPr>
        <p:spPr>
          <a:xfrm>
            <a:off x="1415844" y="486696"/>
            <a:ext cx="457200" cy="2212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Rectangle 9"/>
          <p:cNvSpPr/>
          <p:nvPr/>
        </p:nvSpPr>
        <p:spPr>
          <a:xfrm>
            <a:off x="1607575" y="825909"/>
            <a:ext cx="442452" cy="29496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Rectangle 10"/>
          <p:cNvSpPr/>
          <p:nvPr/>
        </p:nvSpPr>
        <p:spPr>
          <a:xfrm>
            <a:off x="3687097" y="1386348"/>
            <a:ext cx="648929" cy="30971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35845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-64" t="-893" r="3112" b="10446"/>
          <a:stretch/>
        </p:blipFill>
        <p:spPr>
          <a:xfrm>
            <a:off x="-418012" y="-293914"/>
            <a:ext cx="12614638" cy="66163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211961" y="2359742"/>
            <a:ext cx="1489587" cy="87015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6725265" y="4100052"/>
            <a:ext cx="4793225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/>
              <a:t>7)ช่อง </a:t>
            </a:r>
            <a:r>
              <a:rPr lang="en-US" dirty="0" smtClean="0"/>
              <a:t>Description </a:t>
            </a:r>
            <a:r>
              <a:rPr lang="th-TH" dirty="0" smtClean="0"/>
              <a:t>จะเป็นเปลี่ยนเป็นลูกหนี้การค้า-ในประเทศ และ ขายในประเทศ </a:t>
            </a:r>
            <a:r>
              <a:rPr lang="en-US" dirty="0" smtClean="0"/>
              <a:t>S			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82883263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140</TotalTime>
  <Words>154</Words>
  <Application>Microsoft Office PowerPoint</Application>
  <PresentationFormat>Widescreen</PresentationFormat>
  <Paragraphs>18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Calibri Light</vt:lpstr>
      <vt:lpstr>Cordia New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ACC-3</dc:creator>
  <cp:lastModifiedBy>ACC-3</cp:lastModifiedBy>
  <cp:revision>15</cp:revision>
  <dcterms:created xsi:type="dcterms:W3CDTF">2024-02-29T05:43:49Z</dcterms:created>
  <dcterms:modified xsi:type="dcterms:W3CDTF">2024-02-29T08:08:36Z</dcterms:modified>
</cp:coreProperties>
</file>