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34" r:id="rId2"/>
    <p:sldId id="316" r:id="rId3"/>
    <p:sldId id="332" r:id="rId4"/>
    <p:sldId id="289" r:id="rId5"/>
    <p:sldId id="290" r:id="rId6"/>
    <p:sldId id="291" r:id="rId7"/>
    <p:sldId id="293" r:id="rId8"/>
    <p:sldId id="262" r:id="rId9"/>
    <p:sldId id="292" r:id="rId10"/>
    <p:sldId id="295" r:id="rId11"/>
    <p:sldId id="296" r:id="rId12"/>
    <p:sldId id="318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273" r:id="rId21"/>
    <p:sldId id="270" r:id="rId22"/>
    <p:sldId id="331" r:id="rId23"/>
    <p:sldId id="328" r:id="rId24"/>
    <p:sldId id="330" r:id="rId25"/>
    <p:sldId id="321" r:id="rId26"/>
    <p:sldId id="325" r:id="rId27"/>
    <p:sldId id="326" r:id="rId28"/>
    <p:sldId id="320" r:id="rId29"/>
    <p:sldId id="314" r:id="rId30"/>
    <p:sldId id="315" r:id="rId31"/>
    <p:sldId id="335" r:id="rId32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FF"/>
    <a:srgbClr val="FFF3FF"/>
    <a:srgbClr val="FFFFD5"/>
    <a:srgbClr val="D1F3FF"/>
    <a:srgbClr val="FFFFC9"/>
    <a:srgbClr val="B7ECFF"/>
    <a:srgbClr val="FFFFB9"/>
    <a:srgbClr val="D6FFC1"/>
    <a:srgbClr val="FF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D80AE-FBC7-4AED-941F-6C38C798F594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42468-6A71-4F80-A570-262050D789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123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8A74-711C-4AEC-93C6-45E40382C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5D33D-262C-4D30-9DEB-32BA59DE0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4461F-F0E2-48A9-AC7F-B90C636C8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6BC65-9C29-47C2-8A89-4B962DA0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AD41-28E2-4F11-ABFA-B46445E5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896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C4FA-9B41-4A08-B624-60E96AC6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59C85-B199-488B-BA06-F0C04DF2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B994-FA28-4BF3-A9A6-DE5A2125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22DD6-B6A7-401F-B90D-7A7178A4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12A73-09D6-4A03-9535-5AD9B095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562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4152-EB85-4588-8036-56EFC553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5FC63-FB81-48B1-921B-287E23C03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3516-FA16-4F4C-A06E-9A82C62F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54A1-29BE-4D68-B59F-2D86705B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6C96-3910-41B3-9E5B-9C3738A2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584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EAF6-129D-48EC-88DA-E843B470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0976-954C-4693-BEAF-F8FA91705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831A6-DE6B-4879-9445-A43506F8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7441E-B2EC-4654-9467-1CDF1C15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8D34A-CDA8-4665-B57F-FFBCF460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6C4FE-A374-44F6-BB96-68EE1414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166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1D96-416C-4EFD-8E82-5818F4C8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19F56-57D2-41E1-9EC4-7414C70AE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31F23-4DC5-4EBD-AE2B-CD821144E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56989-7A7F-480A-9027-311435A78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44438-FC62-48C3-B179-C9341BAA1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895C4-0C06-4A7B-A016-4FFDC07A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B16E7-CFE0-4D64-9B74-C840D82A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C79D8-AAFB-4491-A3DC-DE2D65C2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78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43DB-7150-4A45-9180-C4C8CC8C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9A7B6-ABAB-4704-8273-612FD40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02D1A-6B53-498E-9632-C5FD8D06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6BD36-AD38-4754-9BE3-79641BE2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88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6F72F-C8CF-4043-9B46-3E7BA2BB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749F-C3CF-4996-B3A3-18F56B6F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E4D6F-051E-4B13-BEBE-E8A12C7C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282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78DA-23AC-4FB0-9519-7495622A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F75F-545C-43E2-AD36-08ACD5B4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E4020-D25C-4017-9301-9BFBB8085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564B2-52C4-4154-BC41-95086207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74CC-016C-4A73-A866-9AD15B89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3FF74-75A4-4506-AEA0-A9E3666C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232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D680-DB24-46FC-961C-9F5C57EC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15E65-B4B6-49C4-8BAE-E0BF29199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5B85C-4F0E-453E-95A5-F8AFA2AF3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C384-9953-4535-8154-B6722033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8AC01-BB34-46BE-84F6-FB1AB3CF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12C40-B70C-42AD-AF07-277AD0F4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5079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1CCB-5C5F-47A2-879F-86175473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5C9BB-B3A4-473D-BE6E-31FD6AF92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1A97-B5D7-438B-8A94-095467E9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F10B-41A4-4F52-B237-76A44A9F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857F7-082D-4F20-895F-AB0611ED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322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E137D-DB08-48C7-B9B5-CA536616B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18E3C-F72E-444D-8EAC-9D942421D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EA650-54C6-42D9-A714-9CF537C6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DD36-FBFF-4C0E-B33B-D63B2AD5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8D52D-6F98-42E3-91CA-F0D4EB0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777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18C90-F9A4-4FDE-BDAC-4D17E088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18801-C8E4-404D-9430-0AC890C27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7A5E-79E3-4B07-8714-629A4ABA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377A-FC69-4A13-AE5A-9A9DF98E9289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44FEA-8EF9-4495-BEAD-526239121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BC42-FB15-4C86-B329-20601C660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0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BD4B70-BAB3-4451-91E1-69D6DB2C7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484094"/>
            <a:ext cx="11223812" cy="5988424"/>
          </a:xfrm>
          <a:custGeom>
            <a:avLst/>
            <a:gdLst>
              <a:gd name="connsiteX0" fmla="*/ 0 w 11223812"/>
              <a:gd name="connsiteY0" fmla="*/ 0 h 5988424"/>
              <a:gd name="connsiteX1" fmla="*/ 11223812 w 11223812"/>
              <a:gd name="connsiteY1" fmla="*/ 0 h 5988424"/>
              <a:gd name="connsiteX2" fmla="*/ 11223812 w 11223812"/>
              <a:gd name="connsiteY2" fmla="*/ 5988424 h 5988424"/>
              <a:gd name="connsiteX3" fmla="*/ 0 w 11223812"/>
              <a:gd name="connsiteY3" fmla="*/ 5988424 h 5988424"/>
              <a:gd name="connsiteX4" fmla="*/ 0 w 11223812"/>
              <a:gd name="connsiteY4" fmla="*/ 0 h 598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3812" h="5988424" fill="none" extrusionOk="0">
                <a:moveTo>
                  <a:pt x="0" y="0"/>
                </a:moveTo>
                <a:cubicBezTo>
                  <a:pt x="5350294" y="-47301"/>
                  <a:pt x="9791946" y="-130784"/>
                  <a:pt x="11223812" y="0"/>
                </a:cubicBezTo>
                <a:cubicBezTo>
                  <a:pt x="11189835" y="2287051"/>
                  <a:pt x="11197256" y="4637201"/>
                  <a:pt x="11223812" y="5988424"/>
                </a:cubicBezTo>
                <a:cubicBezTo>
                  <a:pt x="8027200" y="5878140"/>
                  <a:pt x="5256323" y="6060517"/>
                  <a:pt x="0" y="5988424"/>
                </a:cubicBezTo>
                <a:cubicBezTo>
                  <a:pt x="-8132" y="5147037"/>
                  <a:pt x="-29797" y="2284851"/>
                  <a:pt x="0" y="0"/>
                </a:cubicBezTo>
                <a:close/>
              </a:path>
              <a:path w="11223812" h="5988424" stroke="0" extrusionOk="0">
                <a:moveTo>
                  <a:pt x="0" y="0"/>
                </a:moveTo>
                <a:cubicBezTo>
                  <a:pt x="3115958" y="102979"/>
                  <a:pt x="7425469" y="148592"/>
                  <a:pt x="11223812" y="0"/>
                </a:cubicBezTo>
                <a:cubicBezTo>
                  <a:pt x="11158484" y="1340091"/>
                  <a:pt x="11169598" y="3523033"/>
                  <a:pt x="11223812" y="5988424"/>
                </a:cubicBezTo>
                <a:cubicBezTo>
                  <a:pt x="6140835" y="6145448"/>
                  <a:pt x="4818375" y="5882930"/>
                  <a:pt x="0" y="5988424"/>
                </a:cubicBezTo>
                <a:cubicBezTo>
                  <a:pt x="29539" y="4191926"/>
                  <a:pt x="-89126" y="1189027"/>
                  <a:pt x="0" y="0"/>
                </a:cubicBezTo>
                <a:close/>
              </a:path>
            </a:pathLst>
          </a:custGeom>
          <a:ln w="1905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xmlns="" sd="31099182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6B405-163D-4A5A-9C63-4BDCE26D1B89}"/>
              </a:ext>
            </a:extLst>
          </p:cNvPr>
          <p:cNvSpPr txBox="1"/>
          <p:nvPr/>
        </p:nvSpPr>
        <p:spPr>
          <a:xfrm>
            <a:off x="1399330" y="3697941"/>
            <a:ext cx="90876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8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การตัดจ่ายค่าใช้จ่ายจ่ายล่วงหน้า</a:t>
            </a:r>
          </a:p>
        </p:txBody>
      </p:sp>
    </p:spTree>
    <p:extLst>
      <p:ext uri="{BB962C8B-B14F-4D97-AF65-F5344CB8AC3E}">
        <p14:creationId xmlns:p14="http://schemas.microsoft.com/office/powerpoint/2010/main" val="216663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2CBBE3-FD34-4CC4-A7FF-480C87A0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25" y="340659"/>
            <a:ext cx="11438089" cy="626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1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B74-0BE4-49AC-B5AE-71521F95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5" y="577559"/>
            <a:ext cx="10515600" cy="1325563"/>
          </a:xfrm>
          <a:custGeom>
            <a:avLst/>
            <a:gdLst>
              <a:gd name="connsiteX0" fmla="*/ 0 w 10515600"/>
              <a:gd name="connsiteY0" fmla="*/ 0 h 1325563"/>
              <a:gd name="connsiteX1" fmla="*/ 10515600 w 10515600"/>
              <a:gd name="connsiteY1" fmla="*/ 0 h 1325563"/>
              <a:gd name="connsiteX2" fmla="*/ 10515600 w 10515600"/>
              <a:gd name="connsiteY2" fmla="*/ 1325563 h 1325563"/>
              <a:gd name="connsiteX3" fmla="*/ 0 w 10515600"/>
              <a:gd name="connsiteY3" fmla="*/ 1325563 h 1325563"/>
              <a:gd name="connsiteX4" fmla="*/ 0 w 10515600"/>
              <a:gd name="connsiteY4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360606" y="-33775"/>
                  <a:pt x="7530192" y="138873"/>
                  <a:pt x="10515600" y="0"/>
                </a:cubicBezTo>
                <a:cubicBezTo>
                  <a:pt x="10478265" y="134314"/>
                  <a:pt x="10581756" y="1010200"/>
                  <a:pt x="10515600" y="1325563"/>
                </a:cubicBezTo>
                <a:cubicBezTo>
                  <a:pt x="7975194" y="1188233"/>
                  <a:pt x="1717308" y="1187707"/>
                  <a:pt x="0" y="1325563"/>
                </a:cubicBezTo>
                <a:cubicBezTo>
                  <a:pt x="62396" y="856947"/>
                  <a:pt x="75313" y="162614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4334146" y="-101487"/>
                  <a:pt x="7810564" y="-162162"/>
                  <a:pt x="10515600" y="0"/>
                </a:cubicBezTo>
                <a:cubicBezTo>
                  <a:pt x="10412506" y="539953"/>
                  <a:pt x="10477095" y="886602"/>
                  <a:pt x="10515600" y="1325563"/>
                </a:cubicBezTo>
                <a:cubicBezTo>
                  <a:pt x="6396088" y="1375628"/>
                  <a:pt x="3025521" y="1167114"/>
                  <a:pt x="0" y="1325563"/>
                </a:cubicBezTo>
                <a:cubicBezTo>
                  <a:pt x="-54816" y="714844"/>
                  <a:pt x="-10506" y="182887"/>
                  <a:pt x="0" y="0"/>
                </a:cubicBezTo>
                <a:close/>
              </a:path>
            </a:pathLst>
          </a:custGeom>
          <a:gradFill>
            <a:gsLst>
              <a:gs pos="10000">
                <a:srgbClr val="FFF3FF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rgbClr val="FFF3FF"/>
              </a:gs>
              <a:gs pos="63696">
                <a:srgbClr val="FFF3FF"/>
              </a:gs>
              <a:gs pos="83000">
                <a:srgbClr val="FFF3FF"/>
              </a:gs>
              <a:gs pos="100000">
                <a:srgbClr val="CAD7EE">
                  <a:alpha val="92000"/>
                  <a:lumMod val="56000"/>
                  <a:lumOff val="44000"/>
                </a:srgbClr>
              </a:gs>
              <a:gs pos="89375">
                <a:srgbClr val="FFF3FF"/>
              </a:gs>
              <a:gs pos="51346">
                <a:srgbClr val="EDEDF9"/>
              </a:gs>
              <a:gs pos="100000">
                <a:srgbClr val="FFF3FF"/>
              </a:gs>
            </a:gsLst>
            <a:lin ang="2700000" scaled="1"/>
          </a:gradFill>
          <a:ln>
            <a:solidFill>
              <a:srgbClr val="0000FF"/>
            </a:solidFill>
            <a:extLst>
              <a:ext uri="{C807C97D-BFC1-408E-A445-0C87EB9F89A2}">
                <ask:lineSketchStyleProps xmlns:ask="http://schemas.microsoft.com/office/drawing/2018/sketchyshapes" xmlns="" sd="981765707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APP050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บันทึกตั้งหนี้อื่นๆที่ไม่เกี่ยวกับการเปิด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PO</a:t>
            </a:r>
            <a:b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</a:b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ขั้นตอนการตั้งและทยอยตัดจ่ายค่าใช้จ่ายมีหัวข้อดังนี้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 </a:t>
            </a:r>
            <a:endParaRPr lang="th-TH" sz="4000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8D1C-5D13-4B06-8437-686D31160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9" y="2342859"/>
            <a:ext cx="9328727" cy="3808276"/>
          </a:xfrm>
          <a:custGeom>
            <a:avLst/>
            <a:gdLst>
              <a:gd name="connsiteX0" fmla="*/ 0 w 9328727"/>
              <a:gd name="connsiteY0" fmla="*/ 0 h 3808276"/>
              <a:gd name="connsiteX1" fmla="*/ 9328727 w 9328727"/>
              <a:gd name="connsiteY1" fmla="*/ 0 h 3808276"/>
              <a:gd name="connsiteX2" fmla="*/ 9328727 w 9328727"/>
              <a:gd name="connsiteY2" fmla="*/ 3808276 h 3808276"/>
              <a:gd name="connsiteX3" fmla="*/ 0 w 9328727"/>
              <a:gd name="connsiteY3" fmla="*/ 3808276 h 3808276"/>
              <a:gd name="connsiteX4" fmla="*/ 0 w 9328727"/>
              <a:gd name="connsiteY4" fmla="*/ 0 h 380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28727" h="3808276" fill="none" extrusionOk="0">
                <a:moveTo>
                  <a:pt x="0" y="0"/>
                </a:moveTo>
                <a:cubicBezTo>
                  <a:pt x="3030704" y="-33775"/>
                  <a:pt x="7538963" y="138873"/>
                  <a:pt x="9328727" y="0"/>
                </a:cubicBezTo>
                <a:cubicBezTo>
                  <a:pt x="9254956" y="1347797"/>
                  <a:pt x="9172844" y="3028040"/>
                  <a:pt x="9328727" y="3808276"/>
                </a:cubicBezTo>
                <a:cubicBezTo>
                  <a:pt x="5717367" y="3670946"/>
                  <a:pt x="2913883" y="3670420"/>
                  <a:pt x="0" y="3808276"/>
                </a:cubicBezTo>
                <a:cubicBezTo>
                  <a:pt x="152408" y="2038465"/>
                  <a:pt x="73868" y="1138565"/>
                  <a:pt x="0" y="0"/>
                </a:cubicBezTo>
                <a:close/>
              </a:path>
              <a:path w="9328727" h="3808276" stroke="0" extrusionOk="0">
                <a:moveTo>
                  <a:pt x="0" y="0"/>
                </a:moveTo>
                <a:cubicBezTo>
                  <a:pt x="2813376" y="-101487"/>
                  <a:pt x="7893228" y="-162162"/>
                  <a:pt x="9328727" y="0"/>
                </a:cubicBezTo>
                <a:cubicBezTo>
                  <a:pt x="9389440" y="546073"/>
                  <a:pt x="9267655" y="2798750"/>
                  <a:pt x="9328727" y="3808276"/>
                </a:cubicBezTo>
                <a:cubicBezTo>
                  <a:pt x="7823570" y="3858341"/>
                  <a:pt x="2276916" y="3649827"/>
                  <a:pt x="0" y="3808276"/>
                </a:cubicBezTo>
                <a:cubicBezTo>
                  <a:pt x="-24452" y="3399926"/>
                  <a:pt x="-67663" y="456123"/>
                  <a:pt x="0" y="0"/>
                </a:cubicBezTo>
                <a:close/>
              </a:path>
            </a:pathLst>
          </a:custGeom>
          <a:gradFill>
            <a:gsLst>
              <a:gs pos="10000">
                <a:srgbClr val="FFFFE7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rgbClr val="FFF3FF"/>
              </a:gs>
              <a:gs pos="83000">
                <a:srgbClr val="FFF3FF"/>
              </a:gs>
              <a:gs pos="100000">
                <a:srgbClr val="CAD7EE">
                  <a:alpha val="92000"/>
                  <a:lumMod val="56000"/>
                  <a:lumOff val="44000"/>
                </a:srgbClr>
              </a:gs>
              <a:gs pos="89375">
                <a:srgbClr val="FFF3FF"/>
              </a:gs>
              <a:gs pos="100000">
                <a:srgbClr val="FFF3FF"/>
              </a:gs>
            </a:gsLst>
            <a:lin ang="2700000" scaled="1"/>
          </a:gradFill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xmlns="" sd="981765707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pPr marL="0" indent="0">
              <a:buNone/>
            </a:pP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Group 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(การเพิ่มกรุ๊ปใหม่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New Group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Invoice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(การเพิ่มอินวอยซ์ใหม่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New Invoice)</a:t>
            </a: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New Miscellaneous Line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(เพิ่มกลุ่มค่าใช้จ่ายอื่น/เบ็ดเตล็ด เพื่อทำการกำหนดการ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</a:t>
            </a: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Deferred Expense Recognition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(การรับรู้ค่าใช้จ่ายรอการตัดบัญชี)</a:t>
            </a: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AP Invoice Tracker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(ตรวจสอบ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Invoice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หลังการ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Post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</a:p>
          <a:p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5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E235635-235F-47AA-B708-00E05318C230}"/>
              </a:ext>
            </a:extLst>
          </p:cNvPr>
          <p:cNvGrpSpPr/>
          <p:nvPr/>
        </p:nvGrpSpPr>
        <p:grpSpPr>
          <a:xfrm>
            <a:off x="471054" y="225859"/>
            <a:ext cx="11296071" cy="6415247"/>
            <a:chOff x="471054" y="225859"/>
            <a:chExt cx="11296071" cy="64152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52A5BB-9932-4229-BA37-4295A7851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054" y="1696611"/>
              <a:ext cx="11296071" cy="4944495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E17E94-BBA7-4659-B1D8-2314FFDB9E38}"/>
                </a:ext>
              </a:extLst>
            </p:cNvPr>
            <p:cNvSpPr/>
            <p:nvPr/>
          </p:nvSpPr>
          <p:spPr>
            <a:xfrm>
              <a:off x="951345" y="5791184"/>
              <a:ext cx="2327563" cy="8117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4A18A0A-4657-4976-A3F6-3EE9D0331977}"/>
                </a:ext>
              </a:extLst>
            </p:cNvPr>
            <p:cNvSpPr/>
            <p:nvPr/>
          </p:nvSpPr>
          <p:spPr>
            <a:xfrm>
              <a:off x="5128736" y="3295376"/>
              <a:ext cx="1980708" cy="6920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C9941-0C21-473E-9F00-9DE657E56CD7}"/>
                </a:ext>
              </a:extLst>
            </p:cNvPr>
            <p:cNvSpPr/>
            <p:nvPr/>
          </p:nvSpPr>
          <p:spPr>
            <a:xfrm>
              <a:off x="3689983" y="2281110"/>
              <a:ext cx="221801" cy="2566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A61F83-4CE9-4829-806F-EE7472A2CF9B}"/>
                </a:ext>
              </a:extLst>
            </p:cNvPr>
            <p:cNvSpPr txBox="1"/>
            <p:nvPr/>
          </p:nvSpPr>
          <p:spPr>
            <a:xfrm>
              <a:off x="6165076" y="4768774"/>
              <a:ext cx="4124235" cy="1477328"/>
            </a:xfrm>
            <a:prstGeom prst="rect">
              <a:avLst/>
            </a:prstGeom>
            <a:solidFill>
              <a:srgbClr val="D6FFC1"/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AP Invoice Entry</a:t>
              </a:r>
            </a:p>
            <a:p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Group </a:t>
              </a:r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เพิ่มเลขที่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Group </a:t>
              </a:r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ใหม่</a:t>
              </a:r>
            </a:p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Save</a:t>
              </a:r>
              <a:endParaRPr lang="th-TH" sz="3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2AB9AA1-C553-43AE-8A60-1C3C0C2E7BED}"/>
                </a:ext>
              </a:extLst>
            </p:cNvPr>
            <p:cNvSpPr/>
            <p:nvPr/>
          </p:nvSpPr>
          <p:spPr>
            <a:xfrm>
              <a:off x="2568182" y="5840162"/>
              <a:ext cx="312153" cy="256663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BC3AA0E-24A8-4807-9BAE-FAC18F80680E}"/>
                </a:ext>
              </a:extLst>
            </p:cNvPr>
            <p:cNvSpPr/>
            <p:nvPr/>
          </p:nvSpPr>
          <p:spPr>
            <a:xfrm>
              <a:off x="6713976" y="3335481"/>
              <a:ext cx="312153" cy="256663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495D39-091F-4742-B5A9-69328E0AF54F}"/>
                </a:ext>
              </a:extLst>
            </p:cNvPr>
            <p:cNvSpPr/>
            <p:nvPr/>
          </p:nvSpPr>
          <p:spPr>
            <a:xfrm>
              <a:off x="3900945" y="2500200"/>
              <a:ext cx="312153" cy="256663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F8C843-20D8-499F-9A77-C448AF5244C2}"/>
                </a:ext>
              </a:extLst>
            </p:cNvPr>
            <p:cNvSpPr txBox="1"/>
            <p:nvPr/>
          </p:nvSpPr>
          <p:spPr>
            <a:xfrm>
              <a:off x="4057022" y="931401"/>
              <a:ext cx="4378763" cy="523220"/>
            </a:xfrm>
            <a:prstGeom prst="rect">
              <a:avLst/>
            </a:prstGeom>
            <a:solidFill>
              <a:srgbClr val="FFFFB9"/>
            </a:solidFill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(การเพิ่ม </a:t>
              </a:r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01B289-48B2-4F57-A800-D8342745EE31}"/>
                </a:ext>
              </a:extLst>
            </p:cNvPr>
            <p:cNvSpPr txBox="1"/>
            <p:nvPr/>
          </p:nvSpPr>
          <p:spPr>
            <a:xfrm>
              <a:off x="3440602" y="2787879"/>
              <a:ext cx="808126" cy="52322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AA07DDF-D40D-401A-8738-4BF483768C7E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3800883" y="2537773"/>
              <a:ext cx="1" cy="3070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E6D478-FAC6-4A1D-92E9-1A87CAE7003E}"/>
                </a:ext>
              </a:extLst>
            </p:cNvPr>
            <p:cNvSpPr txBox="1"/>
            <p:nvPr/>
          </p:nvSpPr>
          <p:spPr>
            <a:xfrm>
              <a:off x="2724258" y="225859"/>
              <a:ext cx="6391835" cy="553998"/>
            </a:xfrm>
            <a:custGeom>
              <a:avLst/>
              <a:gdLst>
                <a:gd name="connsiteX0" fmla="*/ 0 w 6391835"/>
                <a:gd name="connsiteY0" fmla="*/ 0 h 553998"/>
                <a:gd name="connsiteX1" fmla="*/ 6391835 w 6391835"/>
                <a:gd name="connsiteY1" fmla="*/ 0 h 553998"/>
                <a:gd name="connsiteX2" fmla="*/ 6391835 w 6391835"/>
                <a:gd name="connsiteY2" fmla="*/ 553998 h 553998"/>
                <a:gd name="connsiteX3" fmla="*/ 0 w 6391835"/>
                <a:gd name="connsiteY3" fmla="*/ 553998 h 553998"/>
                <a:gd name="connsiteX4" fmla="*/ 0 w 6391835"/>
                <a:gd name="connsiteY4" fmla="*/ 0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1835" h="553998" fill="none" extrusionOk="0">
                  <a:moveTo>
                    <a:pt x="0" y="0"/>
                  </a:moveTo>
                  <a:cubicBezTo>
                    <a:pt x="2504188" y="-14931"/>
                    <a:pt x="3590613" y="31643"/>
                    <a:pt x="6391835" y="0"/>
                  </a:cubicBezTo>
                  <a:cubicBezTo>
                    <a:pt x="6351578" y="189340"/>
                    <a:pt x="6385639" y="349411"/>
                    <a:pt x="6391835" y="553998"/>
                  </a:cubicBezTo>
                  <a:cubicBezTo>
                    <a:pt x="3642692" y="491944"/>
                    <a:pt x="2526794" y="500295"/>
                    <a:pt x="0" y="553998"/>
                  </a:cubicBezTo>
                  <a:cubicBezTo>
                    <a:pt x="28322" y="288924"/>
                    <a:pt x="-42754" y="134453"/>
                    <a:pt x="0" y="0"/>
                  </a:cubicBezTo>
                  <a:close/>
                </a:path>
                <a:path w="6391835" h="553998" stroke="0" extrusionOk="0">
                  <a:moveTo>
                    <a:pt x="0" y="0"/>
                  </a:moveTo>
                  <a:cubicBezTo>
                    <a:pt x="1440952" y="-5264"/>
                    <a:pt x="4187069" y="84467"/>
                    <a:pt x="6391835" y="0"/>
                  </a:cubicBezTo>
                  <a:cubicBezTo>
                    <a:pt x="6396457" y="60392"/>
                    <a:pt x="6351482" y="357194"/>
                    <a:pt x="6391835" y="553998"/>
                  </a:cubicBezTo>
                  <a:cubicBezTo>
                    <a:pt x="4037853" y="660318"/>
                    <a:pt x="2526012" y="546349"/>
                    <a:pt x="0" y="553998"/>
                  </a:cubicBezTo>
                  <a:cubicBezTo>
                    <a:pt x="1788" y="487736"/>
                    <a:pt x="11616" y="141990"/>
                    <a:pt x="0" y="0"/>
                  </a:cubicBezTo>
                  <a:close/>
                </a:path>
              </a:pathLst>
            </a:custGeom>
            <a:solidFill>
              <a:srgbClr val="E1FFFF"/>
            </a:solidFill>
            <a:ln w="19050"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xmlns="" sd="265021699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APP050 </a:t>
              </a:r>
              <a:r>
                <a:rPr lang="th-TH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บันทึกตั้งหนี้อื่นๆที่ไม่เกี่ยวกับการเปิด </a:t>
              </a:r>
              <a:r>
                <a:rPr lang="en-US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</a:t>
              </a:r>
              <a:endParaRPr lang="th-TH" sz="30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67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FB2307-6583-4CBD-91B8-7AC945623D07}"/>
              </a:ext>
            </a:extLst>
          </p:cNvPr>
          <p:cNvGrpSpPr/>
          <p:nvPr/>
        </p:nvGrpSpPr>
        <p:grpSpPr>
          <a:xfrm>
            <a:off x="461818" y="269190"/>
            <a:ext cx="11333019" cy="6171814"/>
            <a:chOff x="461818" y="269190"/>
            <a:chExt cx="11333019" cy="6171814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3D45F2-39CE-449F-BB5B-7A33077B2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818" y="1183341"/>
              <a:ext cx="11333019" cy="525766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1A82C-9EDF-4FD4-8A24-8AAB7499A1C6}"/>
                </a:ext>
              </a:extLst>
            </p:cNvPr>
            <p:cNvSpPr/>
            <p:nvPr/>
          </p:nvSpPr>
          <p:spPr>
            <a:xfrm>
              <a:off x="3330981" y="1771563"/>
              <a:ext cx="270055" cy="2329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A1E45F-6EDE-4340-8C50-B622F211371C}"/>
                </a:ext>
              </a:extLst>
            </p:cNvPr>
            <p:cNvSpPr/>
            <p:nvPr/>
          </p:nvSpPr>
          <p:spPr>
            <a:xfrm>
              <a:off x="960020" y="5513294"/>
              <a:ext cx="2234946" cy="8507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C1AA70-7B58-4425-B350-19D2EC51B056}"/>
                </a:ext>
              </a:extLst>
            </p:cNvPr>
            <p:cNvSpPr/>
            <p:nvPr/>
          </p:nvSpPr>
          <p:spPr>
            <a:xfrm>
              <a:off x="3339533" y="2315255"/>
              <a:ext cx="1967572" cy="28957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92D74AA-6A79-41DB-BC77-653C3A57DA6F}"/>
                </a:ext>
              </a:extLst>
            </p:cNvPr>
            <p:cNvSpPr txBox="1"/>
            <p:nvPr/>
          </p:nvSpPr>
          <p:spPr>
            <a:xfrm>
              <a:off x="6212139" y="4636910"/>
              <a:ext cx="4693379" cy="132095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เมื่อสร้าง </a:t>
              </a:r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 </a:t>
              </a:r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เสร็จเรียบร้อย ให้ไปที่</a:t>
              </a:r>
            </a:p>
            <a:p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</a:t>
              </a:r>
            </a:p>
            <a:p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2.New Invoice</a:t>
              </a:r>
              <a:endPara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42BD15-09B6-4D73-A5B1-D611F8D3AE3C}"/>
                </a:ext>
              </a:extLst>
            </p:cNvPr>
            <p:cNvSpPr/>
            <p:nvPr/>
          </p:nvSpPr>
          <p:spPr>
            <a:xfrm>
              <a:off x="3619661" y="1730950"/>
              <a:ext cx="297992" cy="273608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0C7C73-53D1-4534-8A77-A89CAFD05937}"/>
                </a:ext>
              </a:extLst>
            </p:cNvPr>
            <p:cNvSpPr/>
            <p:nvPr/>
          </p:nvSpPr>
          <p:spPr>
            <a:xfrm>
              <a:off x="4482355" y="2295518"/>
              <a:ext cx="286870" cy="28687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2BF72B-964F-4599-B6D5-A3B7E304865A}"/>
                </a:ext>
              </a:extLst>
            </p:cNvPr>
            <p:cNvSpPr txBox="1"/>
            <p:nvPr/>
          </p:nvSpPr>
          <p:spPr>
            <a:xfrm>
              <a:off x="3513349" y="269190"/>
              <a:ext cx="5612722" cy="707886"/>
            </a:xfrm>
            <a:custGeom>
              <a:avLst/>
              <a:gdLst>
                <a:gd name="connsiteX0" fmla="*/ 0 w 5612722"/>
                <a:gd name="connsiteY0" fmla="*/ 0 h 707886"/>
                <a:gd name="connsiteX1" fmla="*/ 5612722 w 5612722"/>
                <a:gd name="connsiteY1" fmla="*/ 0 h 707886"/>
                <a:gd name="connsiteX2" fmla="*/ 5612722 w 5612722"/>
                <a:gd name="connsiteY2" fmla="*/ 707886 h 707886"/>
                <a:gd name="connsiteX3" fmla="*/ 0 w 5612722"/>
                <a:gd name="connsiteY3" fmla="*/ 707886 h 707886"/>
                <a:gd name="connsiteX4" fmla="*/ 0 w 5612722"/>
                <a:gd name="connsiteY4" fmla="*/ 0 h 707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2722" h="707886" extrusionOk="0">
                  <a:moveTo>
                    <a:pt x="0" y="0"/>
                  </a:moveTo>
                  <a:cubicBezTo>
                    <a:pt x="1790545" y="10830"/>
                    <a:pt x="4089054" y="-161330"/>
                    <a:pt x="5612722" y="0"/>
                  </a:cubicBezTo>
                  <a:cubicBezTo>
                    <a:pt x="5676172" y="106041"/>
                    <a:pt x="5638923" y="569238"/>
                    <a:pt x="5612722" y="707886"/>
                  </a:cubicBezTo>
                  <a:cubicBezTo>
                    <a:pt x="3835107" y="705700"/>
                    <a:pt x="2503570" y="600158"/>
                    <a:pt x="0" y="707886"/>
                  </a:cubicBezTo>
                  <a:cubicBezTo>
                    <a:pt x="49099" y="452410"/>
                    <a:pt x="-661" y="201600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xmlns="" sd="3043283892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(การเพิ่ม </a:t>
              </a:r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714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EC8156-31BB-4DEB-9BB4-DEBBA7928A06}"/>
              </a:ext>
            </a:extLst>
          </p:cNvPr>
          <p:cNvGrpSpPr/>
          <p:nvPr/>
        </p:nvGrpSpPr>
        <p:grpSpPr>
          <a:xfrm>
            <a:off x="452582" y="174631"/>
            <a:ext cx="11314545" cy="6374766"/>
            <a:chOff x="452582" y="210761"/>
            <a:chExt cx="11314545" cy="6374766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BDCD53-C7E8-4C4E-BF36-981790090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156718"/>
              <a:ext cx="11314545" cy="5428809"/>
            </a:xfrm>
            <a:prstGeom prst="rect">
              <a:avLst/>
            </a:prstGeom>
            <a:ln>
              <a:solidFill>
                <a:srgbClr val="0066FF"/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3D168-705D-46DB-A53B-2CEF22615976}"/>
                </a:ext>
              </a:extLst>
            </p:cNvPr>
            <p:cNvSpPr/>
            <p:nvPr/>
          </p:nvSpPr>
          <p:spPr>
            <a:xfrm>
              <a:off x="957515" y="3650087"/>
              <a:ext cx="2258430" cy="560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40C6DB-BA21-4524-9697-386854D443FF}"/>
                </a:ext>
              </a:extLst>
            </p:cNvPr>
            <p:cNvSpPr/>
            <p:nvPr/>
          </p:nvSpPr>
          <p:spPr>
            <a:xfrm>
              <a:off x="7098711" y="2832709"/>
              <a:ext cx="317746" cy="21884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20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E6FF05-F56F-4A2C-A725-1849DAE350CE}"/>
                </a:ext>
              </a:extLst>
            </p:cNvPr>
            <p:cNvSpPr/>
            <p:nvPr/>
          </p:nvSpPr>
          <p:spPr>
            <a:xfrm>
              <a:off x="6246727" y="3260816"/>
              <a:ext cx="234643" cy="207184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A6995E-8450-4129-A1C0-1451C21CB491}"/>
                </a:ext>
              </a:extLst>
            </p:cNvPr>
            <p:cNvSpPr/>
            <p:nvPr/>
          </p:nvSpPr>
          <p:spPr>
            <a:xfrm>
              <a:off x="7331940" y="3408854"/>
              <a:ext cx="234643" cy="207184"/>
            </a:xfrm>
            <a:prstGeom prst="ellipse">
              <a:avLst/>
            </a:prstGeom>
            <a:solidFill>
              <a:srgbClr val="9933FF"/>
            </a:solidFill>
            <a:ln>
              <a:solidFill>
                <a:srgbClr val="9933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53C100-B968-4B8A-8CC3-DE1B396ADCA4}"/>
                </a:ext>
              </a:extLst>
            </p:cNvPr>
            <p:cNvSpPr/>
            <p:nvPr/>
          </p:nvSpPr>
          <p:spPr>
            <a:xfrm>
              <a:off x="6168509" y="3575433"/>
              <a:ext cx="234643" cy="207184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4FF631-114E-4DF8-B4B1-8814DB29C3BD}"/>
                </a:ext>
              </a:extLst>
            </p:cNvPr>
            <p:cNvSpPr txBox="1"/>
            <p:nvPr/>
          </p:nvSpPr>
          <p:spPr>
            <a:xfrm>
              <a:off x="3382147" y="2698425"/>
              <a:ext cx="1349190" cy="2600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ขั้นตอนปฎิบัติ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Supplier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เลขที่ 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Inv.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ประเภทเอกสาร</a:t>
              </a:r>
            </a:p>
            <a:p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4.วันที่ 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5.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วันที่เริ่มตัดจ่าย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6.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</a:t>
              </a:r>
            </a:p>
            <a:p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7.ใส่จำนวนเงิน</a:t>
              </a:r>
            </a:p>
            <a:p>
              <a:endParaRPr lang="th-TH" sz="15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D6B62806-9DD3-472C-B108-5A116CEA90E5}"/>
                </a:ext>
              </a:extLst>
            </p:cNvPr>
            <p:cNvSpPr/>
            <p:nvPr/>
          </p:nvSpPr>
          <p:spPr>
            <a:xfrm rot="10800000">
              <a:off x="6413738" y="2469025"/>
              <a:ext cx="193919" cy="300929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47DBCE-1756-4BC4-9E8C-945D567F2AA8}"/>
                </a:ext>
              </a:extLst>
            </p:cNvPr>
            <p:cNvSpPr/>
            <p:nvPr/>
          </p:nvSpPr>
          <p:spPr>
            <a:xfrm>
              <a:off x="6823551" y="3761755"/>
              <a:ext cx="234643" cy="20718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F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5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D72AB4A-DD0F-4B7E-B2CB-93358FAC1A97}"/>
                </a:ext>
              </a:extLst>
            </p:cNvPr>
            <p:cNvSpPr/>
            <p:nvPr/>
          </p:nvSpPr>
          <p:spPr>
            <a:xfrm>
              <a:off x="6979978" y="4355854"/>
              <a:ext cx="234643" cy="207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6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6FEA73-9D78-49D2-9B1F-29BB8D4CA421}"/>
                </a:ext>
              </a:extLst>
            </p:cNvPr>
            <p:cNvSpPr/>
            <p:nvPr/>
          </p:nvSpPr>
          <p:spPr>
            <a:xfrm>
              <a:off x="7036412" y="4775021"/>
              <a:ext cx="234643" cy="207184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7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DA96EA-4874-4853-9BA0-C0AD3711419C}"/>
                </a:ext>
              </a:extLst>
            </p:cNvPr>
            <p:cNvSpPr txBox="1"/>
            <p:nvPr/>
          </p:nvSpPr>
          <p:spPr>
            <a:xfrm>
              <a:off x="3566596" y="210761"/>
              <a:ext cx="5792555" cy="707886"/>
            </a:xfrm>
            <a:custGeom>
              <a:avLst/>
              <a:gdLst>
                <a:gd name="connsiteX0" fmla="*/ 0 w 5792555"/>
                <a:gd name="connsiteY0" fmla="*/ 0 h 707886"/>
                <a:gd name="connsiteX1" fmla="*/ 5792555 w 5792555"/>
                <a:gd name="connsiteY1" fmla="*/ 0 h 707886"/>
                <a:gd name="connsiteX2" fmla="*/ 5792555 w 5792555"/>
                <a:gd name="connsiteY2" fmla="*/ 707886 h 707886"/>
                <a:gd name="connsiteX3" fmla="*/ 0 w 5792555"/>
                <a:gd name="connsiteY3" fmla="*/ 707886 h 707886"/>
                <a:gd name="connsiteX4" fmla="*/ 0 w 5792555"/>
                <a:gd name="connsiteY4" fmla="*/ 0 h 707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555" h="707886" extrusionOk="0">
                  <a:moveTo>
                    <a:pt x="0" y="0"/>
                  </a:moveTo>
                  <a:cubicBezTo>
                    <a:pt x="1395946" y="-3573"/>
                    <a:pt x="3562621" y="-76623"/>
                    <a:pt x="5792555" y="0"/>
                  </a:cubicBezTo>
                  <a:cubicBezTo>
                    <a:pt x="5736649" y="251657"/>
                    <a:pt x="5852586" y="428444"/>
                    <a:pt x="5792555" y="707886"/>
                  </a:cubicBezTo>
                  <a:cubicBezTo>
                    <a:pt x="3925601" y="617882"/>
                    <a:pt x="2188913" y="871624"/>
                    <a:pt x="0" y="707886"/>
                  </a:cubicBezTo>
                  <a:cubicBezTo>
                    <a:pt x="-50348" y="632619"/>
                    <a:pt x="-8986" y="135131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xmlns="" sd="1479992929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(การเพิ่ม </a:t>
              </a:r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339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3E0C5-F026-486A-96A5-D811CFC2B6C0}"/>
              </a:ext>
            </a:extLst>
          </p:cNvPr>
          <p:cNvGrpSpPr/>
          <p:nvPr/>
        </p:nvGrpSpPr>
        <p:grpSpPr>
          <a:xfrm>
            <a:off x="452582" y="430305"/>
            <a:ext cx="11333018" cy="6145985"/>
            <a:chOff x="717176" y="430306"/>
            <a:chExt cx="10757647" cy="58494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6277D6-A040-45E7-8305-9B03A04BF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176" y="1497106"/>
              <a:ext cx="10757647" cy="4782670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B85692-1E42-45FE-AE61-291C01453CBF}"/>
                </a:ext>
              </a:extLst>
            </p:cNvPr>
            <p:cNvSpPr/>
            <p:nvPr/>
          </p:nvSpPr>
          <p:spPr>
            <a:xfrm>
              <a:off x="1237126" y="3666565"/>
              <a:ext cx="2070851" cy="6006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2CED55-93AD-4319-B649-355D166CEDE1}"/>
                </a:ext>
              </a:extLst>
            </p:cNvPr>
            <p:cNvSpPr/>
            <p:nvPr/>
          </p:nvSpPr>
          <p:spPr>
            <a:xfrm>
              <a:off x="3792070" y="1723439"/>
              <a:ext cx="203836" cy="2868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490A73-96B3-4F40-A59B-05C8B65A1C7B}"/>
                </a:ext>
              </a:extLst>
            </p:cNvPr>
            <p:cNvSpPr/>
            <p:nvPr/>
          </p:nvSpPr>
          <p:spPr>
            <a:xfrm>
              <a:off x="4854313" y="2384611"/>
              <a:ext cx="3447004" cy="38010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86D3EB-F60D-42E4-BB27-916F4B34A830}"/>
                </a:ext>
              </a:extLst>
            </p:cNvPr>
            <p:cNvSpPr txBox="1"/>
            <p:nvPr/>
          </p:nvSpPr>
          <p:spPr>
            <a:xfrm>
              <a:off x="1637757" y="430306"/>
              <a:ext cx="8743371" cy="644441"/>
            </a:xfrm>
            <a:prstGeom prst="rect">
              <a:avLst/>
            </a:prstGeom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เมื่อใส่รายละเอียดครบถ้วนจะขึ้นตามหน้าจอนี้แล้วทำการ 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2EE479B-9E95-4374-84F4-04ECE2C23CA6}"/>
                </a:ext>
              </a:extLst>
            </p:cNvPr>
            <p:cNvCxnSpPr>
              <a:cxnSpLocks/>
            </p:cNvCxnSpPr>
            <p:nvPr/>
          </p:nvCxnSpPr>
          <p:spPr>
            <a:xfrm>
              <a:off x="3890682" y="2061882"/>
              <a:ext cx="0" cy="609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04A631-06A7-492E-8F71-C9AEF123338D}"/>
                </a:ext>
              </a:extLst>
            </p:cNvPr>
            <p:cNvSpPr txBox="1"/>
            <p:nvPr/>
          </p:nvSpPr>
          <p:spPr>
            <a:xfrm>
              <a:off x="3603813" y="2608728"/>
              <a:ext cx="905430" cy="527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sz="3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82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0001BB-9BFA-451C-801E-DB38C05F8ACA}"/>
              </a:ext>
            </a:extLst>
          </p:cNvPr>
          <p:cNvGrpSpPr/>
          <p:nvPr/>
        </p:nvGrpSpPr>
        <p:grpSpPr>
          <a:xfrm>
            <a:off x="535709" y="349622"/>
            <a:ext cx="11166763" cy="6158756"/>
            <a:chOff x="535709" y="349622"/>
            <a:chExt cx="11166763" cy="61587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8F0872-6387-4BAD-9847-0BAA6D893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709" y="1302328"/>
              <a:ext cx="11166763" cy="5206050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BF9D50-1468-4D7B-865D-94B284E2B4B0}"/>
                </a:ext>
              </a:extLst>
            </p:cNvPr>
            <p:cNvSpPr/>
            <p:nvPr/>
          </p:nvSpPr>
          <p:spPr>
            <a:xfrm>
              <a:off x="1026595" y="3658958"/>
              <a:ext cx="2205318" cy="6364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0630EA-0247-4796-9805-CF2493D043E2}"/>
                </a:ext>
              </a:extLst>
            </p:cNvPr>
            <p:cNvSpPr/>
            <p:nvPr/>
          </p:nvSpPr>
          <p:spPr>
            <a:xfrm>
              <a:off x="3471602" y="3295396"/>
              <a:ext cx="1886851" cy="1652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C586E8-73D3-477C-BACC-F94CA6A1AE98}"/>
                </a:ext>
              </a:extLst>
            </p:cNvPr>
            <p:cNvSpPr txBox="1"/>
            <p:nvPr/>
          </p:nvSpPr>
          <p:spPr>
            <a:xfrm>
              <a:off x="2151532" y="349622"/>
              <a:ext cx="8359450" cy="677108"/>
            </a:xfrm>
            <a:prstGeom prst="rect">
              <a:avLst/>
            </a:prstGeom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3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ไปที่หัวข้อ 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Misc. Line /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ค่าใช้จ่ายอื่นๆ (เบ็ดเตล็ด)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15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DF6C5D5-8273-410F-A73B-98AE4803CC0B}"/>
              </a:ext>
            </a:extLst>
          </p:cNvPr>
          <p:cNvGrpSpPr/>
          <p:nvPr/>
        </p:nvGrpSpPr>
        <p:grpSpPr>
          <a:xfrm>
            <a:off x="526474" y="273333"/>
            <a:ext cx="11323782" cy="6172833"/>
            <a:chOff x="526474" y="273333"/>
            <a:chExt cx="11323782" cy="61728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88FD2D-20E8-4675-8B31-290B112E7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474" y="1233100"/>
              <a:ext cx="11323782" cy="5213066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D48B8E-4AAF-47A0-894D-07F17DD55FF1}"/>
                </a:ext>
              </a:extLst>
            </p:cNvPr>
            <p:cNvSpPr/>
            <p:nvPr/>
          </p:nvSpPr>
          <p:spPr>
            <a:xfrm>
              <a:off x="9809416" y="4447308"/>
              <a:ext cx="1576504" cy="210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4271B4-2C50-4989-8ECB-89D1A86CF217}"/>
                </a:ext>
              </a:extLst>
            </p:cNvPr>
            <p:cNvSpPr/>
            <p:nvPr/>
          </p:nvSpPr>
          <p:spPr>
            <a:xfrm>
              <a:off x="4852837" y="4323609"/>
              <a:ext cx="2567601" cy="1180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4ABBEA-DA16-4F6A-8F4B-AAA8C2D16A33}"/>
                </a:ext>
              </a:extLst>
            </p:cNvPr>
            <p:cNvSpPr/>
            <p:nvPr/>
          </p:nvSpPr>
          <p:spPr>
            <a:xfrm>
              <a:off x="1009622" y="3809974"/>
              <a:ext cx="2324216" cy="6204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90C95-D3FF-49E0-900A-AF932FEF633D}"/>
                </a:ext>
              </a:extLst>
            </p:cNvPr>
            <p:cNvSpPr txBox="1"/>
            <p:nvPr/>
          </p:nvSpPr>
          <p:spPr>
            <a:xfrm>
              <a:off x="2821322" y="273333"/>
              <a:ext cx="7652714" cy="677108"/>
            </a:xfrm>
            <a:prstGeom prst="rect">
              <a:avLst/>
            </a:prstGeom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New Misc. Line /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ใส่รายละเอียดตามกรอบที่กำหนด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BA18DF-0C56-4853-B4ED-6266E94C4C7A}"/>
                </a:ext>
              </a:extLst>
            </p:cNvPr>
            <p:cNvSpPr/>
            <p:nvPr/>
          </p:nvSpPr>
          <p:spPr>
            <a:xfrm>
              <a:off x="4984500" y="4984376"/>
              <a:ext cx="338592" cy="242045"/>
            </a:xfrm>
            <a:prstGeom prst="ellipse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6487E0-D4B0-4610-912F-5E817BF96B8F}"/>
                </a:ext>
              </a:extLst>
            </p:cNvPr>
            <p:cNvSpPr/>
            <p:nvPr/>
          </p:nvSpPr>
          <p:spPr>
            <a:xfrm>
              <a:off x="9461421" y="4356848"/>
              <a:ext cx="291562" cy="26357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99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E5E3E1-5336-4D2A-AFA6-E1DA7BB97CD6}"/>
                </a:ext>
              </a:extLst>
            </p:cNvPr>
            <p:cNvSpPr txBox="1"/>
            <p:nvPr/>
          </p:nvSpPr>
          <p:spPr>
            <a:xfrm>
              <a:off x="3517306" y="4392434"/>
              <a:ext cx="1081590" cy="877163"/>
            </a:xfrm>
            <a:prstGeom prst="rect">
              <a:avLst/>
            </a:prstGeom>
            <a:solidFill>
              <a:srgbClr val="E1FF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 </a:t>
              </a:r>
              <a:r>
                <a:rPr lang="en-US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เพื่อกำหนด </a:t>
              </a:r>
              <a:r>
                <a:rPr lang="en-US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Class  </a:t>
              </a:r>
              <a:endParaRPr lang="th-TH" sz="1700" dirty="0">
                <a:solidFill>
                  <a:srgbClr val="FF000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1F92EC5-E26A-4D68-8529-193F7A411A8E}"/>
                </a:ext>
              </a:extLst>
            </p:cNvPr>
            <p:cNvCxnSpPr/>
            <p:nvPr/>
          </p:nvCxnSpPr>
          <p:spPr>
            <a:xfrm>
              <a:off x="4175666" y="5100920"/>
              <a:ext cx="59252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2ABF2C-8109-4629-8B13-04BCB9164DEB}"/>
                </a:ext>
              </a:extLst>
            </p:cNvPr>
            <p:cNvSpPr txBox="1"/>
            <p:nvPr/>
          </p:nvSpPr>
          <p:spPr>
            <a:xfrm>
              <a:off x="10405574" y="3805389"/>
              <a:ext cx="108159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700" dirty="0">
                  <a:solidFill>
                    <a:srgbClr val="FF0000"/>
                  </a:solidFill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ใส่จำนวนเงิน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53F3E3A-97D0-45B4-B654-1179F749C96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284" y="4132729"/>
              <a:ext cx="0" cy="2597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8589DC-2BA4-42C9-A20A-E1714DF5C560}"/>
                </a:ext>
              </a:extLst>
            </p:cNvPr>
            <p:cNvSpPr/>
            <p:nvPr/>
          </p:nvSpPr>
          <p:spPr>
            <a:xfrm>
              <a:off x="6156428" y="1865740"/>
              <a:ext cx="336736" cy="2216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41F4C1-BB4E-48B1-B79D-F9C58D215593}"/>
                </a:ext>
              </a:extLst>
            </p:cNvPr>
            <p:cNvSpPr/>
            <p:nvPr/>
          </p:nvSpPr>
          <p:spPr>
            <a:xfrm>
              <a:off x="4872567" y="2041236"/>
              <a:ext cx="336736" cy="2216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6AECB1-8A98-42D8-A7E9-D1260411A9DD}"/>
                </a:ext>
              </a:extLst>
            </p:cNvPr>
            <p:cNvSpPr txBox="1"/>
            <p:nvPr/>
          </p:nvSpPr>
          <p:spPr>
            <a:xfrm>
              <a:off x="6615390" y="1809520"/>
              <a:ext cx="2567600" cy="369332"/>
            </a:xfrm>
            <a:prstGeom prst="rect">
              <a:avLst/>
            </a:prstGeom>
            <a:noFill/>
            <a:ln>
              <a:solidFill>
                <a:srgbClr val="CCCC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1800" dirty="0"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Tab    Line    Detail</a:t>
              </a:r>
              <a:endParaRPr lang="th-TH" sz="1800" dirty="0">
                <a:highlight>
                  <a:srgbClr val="FFFFE1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BDC43C98-14AE-4B63-9855-EBCCA88E2B61}"/>
                </a:ext>
              </a:extLst>
            </p:cNvPr>
            <p:cNvSpPr/>
            <p:nvPr/>
          </p:nvSpPr>
          <p:spPr>
            <a:xfrm>
              <a:off x="7047345" y="1939636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44FB6DB-3C93-41E8-A4D4-61BBA5300813}"/>
                </a:ext>
              </a:extLst>
            </p:cNvPr>
            <p:cNvSpPr/>
            <p:nvPr/>
          </p:nvSpPr>
          <p:spPr>
            <a:xfrm>
              <a:off x="7643086" y="1944254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1D4024A9-9224-4367-ADDB-483EB5A229F2}"/>
                </a:ext>
              </a:extLst>
            </p:cNvPr>
            <p:cNvSpPr/>
            <p:nvPr/>
          </p:nvSpPr>
          <p:spPr>
            <a:xfrm>
              <a:off x="8308107" y="1944256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159327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C55DC841-0A4F-49F5-95B2-3F2CBC3BBA19}"/>
              </a:ext>
            </a:extLst>
          </p:cNvPr>
          <p:cNvSpPr/>
          <p:nvPr/>
        </p:nvSpPr>
        <p:spPr>
          <a:xfrm>
            <a:off x="3514166" y="555814"/>
            <a:ext cx="170329" cy="80681"/>
          </a:xfrm>
          <a:prstGeom prst="rightArrow">
            <a:avLst/>
          </a:prstGeom>
          <a:solidFill>
            <a:srgbClr val="0000FF"/>
          </a:solidFill>
          <a:ln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B7F568-7FE0-46C7-A8C0-869AF64B65A9}"/>
              </a:ext>
            </a:extLst>
          </p:cNvPr>
          <p:cNvGrpSpPr/>
          <p:nvPr/>
        </p:nvGrpSpPr>
        <p:grpSpPr>
          <a:xfrm>
            <a:off x="609600" y="327213"/>
            <a:ext cx="11157527" cy="6203574"/>
            <a:chOff x="609600" y="327213"/>
            <a:chExt cx="11157527" cy="62035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548A1C-1260-4B49-927D-906D68A40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250577"/>
              <a:ext cx="11157527" cy="5280210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BC0BBF-0521-446D-8A67-AA136055ED88}"/>
                </a:ext>
              </a:extLst>
            </p:cNvPr>
            <p:cNvSpPr/>
            <p:nvPr/>
          </p:nvSpPr>
          <p:spPr>
            <a:xfrm>
              <a:off x="8986312" y="2369761"/>
              <a:ext cx="643871" cy="2437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5360D1B-0D3F-4519-9E09-AEAF7B4232B9}"/>
                </a:ext>
              </a:extLst>
            </p:cNvPr>
            <p:cNvSpPr/>
            <p:nvPr/>
          </p:nvSpPr>
          <p:spPr>
            <a:xfrm>
              <a:off x="6206457" y="2127438"/>
              <a:ext cx="308707" cy="2437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E53132-C0A6-4A02-99AC-CCC288FEEE07}"/>
                </a:ext>
              </a:extLst>
            </p:cNvPr>
            <p:cNvSpPr txBox="1"/>
            <p:nvPr/>
          </p:nvSpPr>
          <p:spPr>
            <a:xfrm>
              <a:off x="2347238" y="327213"/>
              <a:ext cx="8016519" cy="630942"/>
            </a:xfrm>
            <a:custGeom>
              <a:avLst/>
              <a:gdLst>
                <a:gd name="connsiteX0" fmla="*/ 0 w 8016519"/>
                <a:gd name="connsiteY0" fmla="*/ 0 h 630942"/>
                <a:gd name="connsiteX1" fmla="*/ 8016519 w 8016519"/>
                <a:gd name="connsiteY1" fmla="*/ 0 h 630942"/>
                <a:gd name="connsiteX2" fmla="*/ 8016519 w 8016519"/>
                <a:gd name="connsiteY2" fmla="*/ 630942 h 630942"/>
                <a:gd name="connsiteX3" fmla="*/ 0 w 8016519"/>
                <a:gd name="connsiteY3" fmla="*/ 630942 h 630942"/>
                <a:gd name="connsiteX4" fmla="*/ 0 w 8016519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6519" h="630942" fill="none" extrusionOk="0">
                  <a:moveTo>
                    <a:pt x="0" y="0"/>
                  </a:moveTo>
                  <a:cubicBezTo>
                    <a:pt x="2344586" y="-33775"/>
                    <a:pt x="4594146" y="138873"/>
                    <a:pt x="8016519" y="0"/>
                  </a:cubicBezTo>
                  <a:cubicBezTo>
                    <a:pt x="8003472" y="169621"/>
                    <a:pt x="7980866" y="431136"/>
                    <a:pt x="8016519" y="630942"/>
                  </a:cubicBezTo>
                  <a:cubicBezTo>
                    <a:pt x="7166231" y="493612"/>
                    <a:pt x="3010955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016519" h="630942" stroke="0" extrusionOk="0">
                  <a:moveTo>
                    <a:pt x="0" y="0"/>
                  </a:moveTo>
                  <a:cubicBezTo>
                    <a:pt x="3449037" y="-101487"/>
                    <a:pt x="4341640" y="-162162"/>
                    <a:pt x="8016519" y="0"/>
                  </a:cubicBezTo>
                  <a:cubicBezTo>
                    <a:pt x="7991050" y="209449"/>
                    <a:pt x="8015150" y="401364"/>
                    <a:pt x="8016519" y="630942"/>
                  </a:cubicBezTo>
                  <a:cubicBezTo>
                    <a:pt x="4717696" y="681007"/>
                    <a:pt x="2657817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 w="19050"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Misc. Line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/ การตัดจ่ายค่าใช้จ่ายจ่ายล่วงหน้า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899424-EE63-420E-9EE0-1016BA87A8D5}"/>
                </a:ext>
              </a:extLst>
            </p:cNvPr>
            <p:cNvSpPr/>
            <p:nvPr/>
          </p:nvSpPr>
          <p:spPr>
            <a:xfrm>
              <a:off x="6589777" y="2077340"/>
              <a:ext cx="333759" cy="27421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EC079F-0CD0-42FE-82DA-A08755882F31}"/>
                </a:ext>
              </a:extLst>
            </p:cNvPr>
            <p:cNvSpPr/>
            <p:nvPr/>
          </p:nvSpPr>
          <p:spPr>
            <a:xfrm>
              <a:off x="9164547" y="2077339"/>
              <a:ext cx="287401" cy="263576"/>
            </a:xfrm>
            <a:prstGeom prst="ellipse">
              <a:avLst/>
            </a:prstGeom>
            <a:solidFill>
              <a:srgbClr val="CC99FF"/>
            </a:solidFill>
            <a:ln>
              <a:solidFill>
                <a:srgbClr val="9933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170E62-B016-4B70-920B-C856CED1E167}"/>
                </a:ext>
              </a:extLst>
            </p:cNvPr>
            <p:cNvSpPr/>
            <p:nvPr/>
          </p:nvSpPr>
          <p:spPr>
            <a:xfrm>
              <a:off x="1074276" y="4816739"/>
              <a:ext cx="2260051" cy="7629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D6577F-3AD2-4483-A049-177B7C348B01}"/>
                </a:ext>
              </a:extLst>
            </p:cNvPr>
            <p:cNvSpPr txBox="1"/>
            <p:nvPr/>
          </p:nvSpPr>
          <p:spPr>
            <a:xfrm>
              <a:off x="5541818" y="5781964"/>
              <a:ext cx="4765964" cy="553998"/>
            </a:xfrm>
            <a:custGeom>
              <a:avLst/>
              <a:gdLst>
                <a:gd name="connsiteX0" fmla="*/ 0 w 4765964"/>
                <a:gd name="connsiteY0" fmla="*/ 0 h 553998"/>
                <a:gd name="connsiteX1" fmla="*/ 4765964 w 4765964"/>
                <a:gd name="connsiteY1" fmla="*/ 0 h 553998"/>
                <a:gd name="connsiteX2" fmla="*/ 4765964 w 4765964"/>
                <a:gd name="connsiteY2" fmla="*/ 553998 h 553998"/>
                <a:gd name="connsiteX3" fmla="*/ 0 w 4765964"/>
                <a:gd name="connsiteY3" fmla="*/ 553998 h 553998"/>
                <a:gd name="connsiteX4" fmla="*/ 0 w 4765964"/>
                <a:gd name="connsiteY4" fmla="*/ 0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5964" h="553998" fill="none" extrusionOk="0">
                  <a:moveTo>
                    <a:pt x="0" y="0"/>
                  </a:moveTo>
                  <a:cubicBezTo>
                    <a:pt x="2347240" y="60810"/>
                    <a:pt x="3515318" y="-119495"/>
                    <a:pt x="4765964" y="0"/>
                  </a:cubicBezTo>
                  <a:cubicBezTo>
                    <a:pt x="4782101" y="68867"/>
                    <a:pt x="4741555" y="390416"/>
                    <a:pt x="4765964" y="553998"/>
                  </a:cubicBezTo>
                  <a:cubicBezTo>
                    <a:pt x="2628308" y="527557"/>
                    <a:pt x="1383728" y="702823"/>
                    <a:pt x="0" y="553998"/>
                  </a:cubicBezTo>
                  <a:cubicBezTo>
                    <a:pt x="-31032" y="353892"/>
                    <a:pt x="35570" y="260933"/>
                    <a:pt x="0" y="0"/>
                  </a:cubicBezTo>
                  <a:close/>
                </a:path>
                <a:path w="4765964" h="553998" stroke="0" extrusionOk="0">
                  <a:moveTo>
                    <a:pt x="0" y="0"/>
                  </a:moveTo>
                  <a:cubicBezTo>
                    <a:pt x="1353989" y="63905"/>
                    <a:pt x="4243267" y="-169637"/>
                    <a:pt x="4765964" y="0"/>
                  </a:cubicBezTo>
                  <a:cubicBezTo>
                    <a:pt x="4771725" y="207235"/>
                    <a:pt x="4786774" y="382525"/>
                    <a:pt x="4765964" y="553998"/>
                  </a:cubicBezTo>
                  <a:cubicBezTo>
                    <a:pt x="3559910" y="669095"/>
                    <a:pt x="937996" y="399402"/>
                    <a:pt x="0" y="553998"/>
                  </a:cubicBezTo>
                  <a:cubicBezTo>
                    <a:pt x="-38059" y="382737"/>
                    <a:pt x="5552" y="211182"/>
                    <a:pt x="0" y="0"/>
                  </a:cubicBezTo>
                  <a:close/>
                </a:path>
              </a:pathLst>
            </a:custGeom>
            <a:solidFill>
              <a:srgbClr val="FFFFE1"/>
            </a:solidFill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xmlns="" sd="2608757365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   Line     Amortization</a:t>
              </a:r>
              <a:endParaRPr lang="th-TH" sz="3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78ED646-D824-4EA5-916E-25C2AA1ADD78}"/>
                </a:ext>
              </a:extLst>
            </p:cNvPr>
            <p:cNvSpPr/>
            <p:nvPr/>
          </p:nvSpPr>
          <p:spPr>
            <a:xfrm>
              <a:off x="6858881" y="5961045"/>
              <a:ext cx="234646" cy="116227"/>
            </a:xfrm>
            <a:prstGeom prst="rightArrow">
              <a:avLst/>
            </a:prstGeom>
            <a:solidFill>
              <a:srgbClr val="99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56BAAAA-153B-4CE2-8145-0C153345DA1C}"/>
                </a:ext>
              </a:extLst>
            </p:cNvPr>
            <p:cNvSpPr/>
            <p:nvPr/>
          </p:nvSpPr>
          <p:spPr>
            <a:xfrm>
              <a:off x="7981100" y="5951810"/>
              <a:ext cx="234646" cy="116481"/>
            </a:xfrm>
            <a:prstGeom prst="rightArrow">
              <a:avLst/>
            </a:prstGeom>
            <a:solidFill>
              <a:srgbClr val="99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4593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D26FEBD-DA55-44B3-96F9-0DE34CB13F50}"/>
              </a:ext>
            </a:extLst>
          </p:cNvPr>
          <p:cNvGrpSpPr/>
          <p:nvPr/>
        </p:nvGrpSpPr>
        <p:grpSpPr>
          <a:xfrm>
            <a:off x="378691" y="295834"/>
            <a:ext cx="11526982" cy="6308165"/>
            <a:chOff x="378691" y="295834"/>
            <a:chExt cx="11526982" cy="63081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6222CD-950A-48E0-A7AE-C1104A3F9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8691" y="1179403"/>
              <a:ext cx="11526982" cy="5424596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4E60DA-16B4-48AD-8BB2-72C4F99304EA}"/>
                </a:ext>
              </a:extLst>
            </p:cNvPr>
            <p:cNvSpPr txBox="1"/>
            <p:nvPr/>
          </p:nvSpPr>
          <p:spPr>
            <a:xfrm>
              <a:off x="2321879" y="295834"/>
              <a:ext cx="8240403" cy="705864"/>
            </a:xfrm>
            <a:custGeom>
              <a:avLst/>
              <a:gdLst>
                <a:gd name="connsiteX0" fmla="*/ 0 w 8240403"/>
                <a:gd name="connsiteY0" fmla="*/ 0 h 705864"/>
                <a:gd name="connsiteX1" fmla="*/ 8240403 w 8240403"/>
                <a:gd name="connsiteY1" fmla="*/ 0 h 705864"/>
                <a:gd name="connsiteX2" fmla="*/ 8240403 w 8240403"/>
                <a:gd name="connsiteY2" fmla="*/ 705864 h 705864"/>
                <a:gd name="connsiteX3" fmla="*/ 0 w 8240403"/>
                <a:gd name="connsiteY3" fmla="*/ 705864 h 705864"/>
                <a:gd name="connsiteX4" fmla="*/ 0 w 8240403"/>
                <a:gd name="connsiteY4" fmla="*/ 0 h 70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40403" h="705864" fill="none" extrusionOk="0">
                  <a:moveTo>
                    <a:pt x="0" y="0"/>
                  </a:moveTo>
                  <a:cubicBezTo>
                    <a:pt x="1116173" y="-33775"/>
                    <a:pt x="6049762" y="138873"/>
                    <a:pt x="8240403" y="0"/>
                  </a:cubicBezTo>
                  <a:cubicBezTo>
                    <a:pt x="8295095" y="91257"/>
                    <a:pt x="8276686" y="409239"/>
                    <a:pt x="8240403" y="705864"/>
                  </a:cubicBezTo>
                  <a:cubicBezTo>
                    <a:pt x="4435306" y="568534"/>
                    <a:pt x="952970" y="568008"/>
                    <a:pt x="0" y="705864"/>
                  </a:cubicBezTo>
                  <a:cubicBezTo>
                    <a:pt x="20337" y="519946"/>
                    <a:pt x="23874" y="92124"/>
                    <a:pt x="0" y="0"/>
                  </a:cubicBezTo>
                  <a:close/>
                </a:path>
                <a:path w="8240403" h="705864" stroke="0" extrusionOk="0">
                  <a:moveTo>
                    <a:pt x="0" y="0"/>
                  </a:moveTo>
                  <a:cubicBezTo>
                    <a:pt x="3503489" y="-101487"/>
                    <a:pt x="4731089" y="-162162"/>
                    <a:pt x="8240403" y="0"/>
                  </a:cubicBezTo>
                  <a:cubicBezTo>
                    <a:pt x="8193962" y="109949"/>
                    <a:pt x="8207169" y="466532"/>
                    <a:pt x="8240403" y="705864"/>
                  </a:cubicBezTo>
                  <a:cubicBezTo>
                    <a:pt x="5915705" y="755929"/>
                    <a:pt x="1680373" y="547415"/>
                    <a:pt x="0" y="705864"/>
                  </a:cubicBezTo>
                  <a:cubicBezTo>
                    <a:pt x="48784" y="578493"/>
                    <a:pt x="49730" y="3252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/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ใส่รายละเอียดตามกรอบที่กำหนด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651C21-1F1F-4B5D-8E42-E7893E5079C3}"/>
                </a:ext>
              </a:extLst>
            </p:cNvPr>
            <p:cNvSpPr/>
            <p:nvPr/>
          </p:nvSpPr>
          <p:spPr>
            <a:xfrm>
              <a:off x="6142183" y="2237930"/>
              <a:ext cx="319061" cy="2242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E5084F-1A72-45EE-8D5B-DA52AC5F567D}"/>
                </a:ext>
              </a:extLst>
            </p:cNvPr>
            <p:cNvSpPr/>
            <p:nvPr/>
          </p:nvSpPr>
          <p:spPr>
            <a:xfrm>
              <a:off x="9025358" y="2548083"/>
              <a:ext cx="636229" cy="2242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396950-0819-4E20-8107-52C11D386A89}"/>
                </a:ext>
              </a:extLst>
            </p:cNvPr>
            <p:cNvSpPr/>
            <p:nvPr/>
          </p:nvSpPr>
          <p:spPr>
            <a:xfrm>
              <a:off x="4800724" y="2839543"/>
              <a:ext cx="6202324" cy="12879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908AB8-BE87-48FE-AA53-A6B1C7937537}"/>
                </a:ext>
              </a:extLst>
            </p:cNvPr>
            <p:cNvSpPr txBox="1"/>
            <p:nvPr/>
          </p:nvSpPr>
          <p:spPr>
            <a:xfrm>
              <a:off x="3385465" y="3402750"/>
              <a:ext cx="1293551" cy="280076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ใส่เครื่องหมาย</a:t>
              </a:r>
              <a:r>
                <a:rPr lang="en-US" sz="1600" b="1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Wingdings" panose="05000000000000000000" pitchFamily="2" charset="2"/>
                </a:rPr>
                <a:t> </a:t>
              </a:r>
              <a:r>
                <a:rPr lang="en-US" sz="1500" b="1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Wingdings" panose="05000000000000000000" pitchFamily="2" charset="2"/>
                </a:rPr>
                <a:t>ü</a:t>
              </a:r>
              <a:r>
                <a:rPr lang="th-TH" sz="15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เพื่อทำการตัดจ่ายค่าใช้จ่ายรอการตัดบัญชีที่กำหนดไว้</a:t>
              </a:r>
            </a:p>
            <a:p>
              <a:endParaRPr lang="th-TH" sz="1500" i="0" u="none" strike="noStrike" dirty="0">
                <a:solidFill>
                  <a:srgbClr val="0000FF"/>
                </a:solidFill>
                <a:effectLst/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15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th-TH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</a:t>
              </a:r>
              <a:r>
                <a:rPr lang="en-US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ค่าเบี้ยประกันภัยจ่ายล่วงหน้า</a:t>
              </a:r>
            </a:p>
            <a:p>
              <a:endParaRPr lang="th-TH" sz="15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1500" i="0" u="none" strike="noStrike" dirty="0">
                  <a:solidFill>
                    <a:srgbClr val="0000FF"/>
                  </a:solidFill>
                  <a:effectLst/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กำหนดวันเริ่ม และวันสิ้นสุด </a:t>
              </a:r>
              <a:endParaRPr lang="th-TH" sz="16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CF954B-9A64-4A60-AA98-6857F6A185DB}"/>
                </a:ext>
              </a:extLst>
            </p:cNvPr>
            <p:cNvSpPr/>
            <p:nvPr/>
          </p:nvSpPr>
          <p:spPr>
            <a:xfrm>
              <a:off x="5628086" y="2961378"/>
              <a:ext cx="325321" cy="278266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836014A-F182-47FB-A241-13939A218B5C}"/>
                </a:ext>
              </a:extLst>
            </p:cNvPr>
            <p:cNvSpPr/>
            <p:nvPr/>
          </p:nvSpPr>
          <p:spPr>
            <a:xfrm>
              <a:off x="5578407" y="3335195"/>
              <a:ext cx="357142" cy="278266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94A166A-E43A-4EF1-A076-EF87541A7D78}"/>
                </a:ext>
              </a:extLst>
            </p:cNvPr>
            <p:cNvSpPr/>
            <p:nvPr/>
          </p:nvSpPr>
          <p:spPr>
            <a:xfrm>
              <a:off x="10495210" y="3128546"/>
              <a:ext cx="325321" cy="27826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C7A79-FA61-4062-B350-78AF7A9C4898}"/>
                </a:ext>
              </a:extLst>
            </p:cNvPr>
            <p:cNvSpPr/>
            <p:nvPr/>
          </p:nvSpPr>
          <p:spPr>
            <a:xfrm>
              <a:off x="917257" y="5435577"/>
              <a:ext cx="2260051" cy="10114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27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B67C71C-9AA5-4DEE-8FF6-903C3A8FF3D5}"/>
              </a:ext>
            </a:extLst>
          </p:cNvPr>
          <p:cNvGrpSpPr/>
          <p:nvPr/>
        </p:nvGrpSpPr>
        <p:grpSpPr>
          <a:xfrm>
            <a:off x="517237" y="295835"/>
            <a:ext cx="11296072" cy="6317401"/>
            <a:chOff x="517237" y="295835"/>
            <a:chExt cx="11296072" cy="63174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1E85022-35F6-43CD-B569-747B30920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237" y="1178135"/>
              <a:ext cx="11296072" cy="5435101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77F080-2879-4D68-B6F2-A79DA12442AF}"/>
                </a:ext>
              </a:extLst>
            </p:cNvPr>
            <p:cNvSpPr txBox="1"/>
            <p:nvPr/>
          </p:nvSpPr>
          <p:spPr>
            <a:xfrm>
              <a:off x="2268456" y="295835"/>
              <a:ext cx="8075330" cy="677108"/>
            </a:xfrm>
            <a:custGeom>
              <a:avLst/>
              <a:gdLst>
                <a:gd name="connsiteX0" fmla="*/ 0 w 8075330"/>
                <a:gd name="connsiteY0" fmla="*/ 0 h 677108"/>
                <a:gd name="connsiteX1" fmla="*/ 8075330 w 8075330"/>
                <a:gd name="connsiteY1" fmla="*/ 0 h 677108"/>
                <a:gd name="connsiteX2" fmla="*/ 8075330 w 8075330"/>
                <a:gd name="connsiteY2" fmla="*/ 677108 h 677108"/>
                <a:gd name="connsiteX3" fmla="*/ 0 w 8075330"/>
                <a:gd name="connsiteY3" fmla="*/ 677108 h 677108"/>
                <a:gd name="connsiteX4" fmla="*/ 0 w 8075330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5330" h="677108" fill="none" extrusionOk="0">
                  <a:moveTo>
                    <a:pt x="0" y="0"/>
                  </a:moveTo>
                  <a:cubicBezTo>
                    <a:pt x="922769" y="-33775"/>
                    <a:pt x="7206274" y="138873"/>
                    <a:pt x="8075330" y="0"/>
                  </a:cubicBezTo>
                  <a:cubicBezTo>
                    <a:pt x="8136003" y="328363"/>
                    <a:pt x="8065205" y="425253"/>
                    <a:pt x="8075330" y="677108"/>
                  </a:cubicBezTo>
                  <a:cubicBezTo>
                    <a:pt x="6116822" y="539778"/>
                    <a:pt x="3704005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8075330" h="677108" stroke="0" extrusionOk="0">
                  <a:moveTo>
                    <a:pt x="0" y="0"/>
                  </a:moveTo>
                  <a:cubicBezTo>
                    <a:pt x="2063671" y="-101487"/>
                    <a:pt x="4376682" y="-162162"/>
                    <a:pt x="8075330" y="0"/>
                  </a:cubicBezTo>
                  <a:cubicBezTo>
                    <a:pt x="8123278" y="271609"/>
                    <a:pt x="8066976" y="574489"/>
                    <a:pt x="8075330" y="677108"/>
                  </a:cubicBezTo>
                  <a:cubicBezTo>
                    <a:pt x="4866377" y="727173"/>
                    <a:pt x="1436447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B5C5E7-1081-4C0E-84E6-1437D2255B42}"/>
                </a:ext>
              </a:extLst>
            </p:cNvPr>
            <p:cNvSpPr/>
            <p:nvPr/>
          </p:nvSpPr>
          <p:spPr>
            <a:xfrm>
              <a:off x="8987890" y="2552445"/>
              <a:ext cx="623484" cy="2247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836FB6-A35F-4183-9A66-F07148F6291A}"/>
                </a:ext>
              </a:extLst>
            </p:cNvPr>
            <p:cNvSpPr/>
            <p:nvPr/>
          </p:nvSpPr>
          <p:spPr>
            <a:xfrm>
              <a:off x="6144618" y="2215358"/>
              <a:ext cx="349303" cy="271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83BE9A-D4DB-465E-9E7D-C9FCC42FAC59}"/>
                </a:ext>
              </a:extLst>
            </p:cNvPr>
            <p:cNvSpPr/>
            <p:nvPr/>
          </p:nvSpPr>
          <p:spPr>
            <a:xfrm>
              <a:off x="5945556" y="3361961"/>
              <a:ext cx="4886507" cy="4681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44AD9-08D3-4115-B361-E47B34F6E7F8}"/>
                </a:ext>
              </a:extLst>
            </p:cNvPr>
            <p:cNvSpPr txBox="1"/>
            <p:nvPr/>
          </p:nvSpPr>
          <p:spPr>
            <a:xfrm>
              <a:off x="3460976" y="3493478"/>
              <a:ext cx="1267639" cy="2954655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th-TH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th-TH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 </a:t>
              </a:r>
              <a:r>
                <a:rPr lang="th-TH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 ให้ทำการคลิ๊กขวาแล้ว</a:t>
              </a:r>
            </a:p>
            <a:p>
              <a:endParaRPr lang="th-TH" sz="18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th-TH" sz="1500" dirty="0"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1700" dirty="0"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</a:p>
            <a:p>
              <a:endParaRPr lang="en-US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1700" dirty="0"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code</a:t>
              </a:r>
            </a:p>
            <a:p>
              <a:endParaRPr lang="th-TH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90765B1D-B50D-4632-B2CF-0DA89A85B2BE}"/>
                </a:ext>
              </a:extLst>
            </p:cNvPr>
            <p:cNvSpPr/>
            <p:nvPr/>
          </p:nvSpPr>
          <p:spPr>
            <a:xfrm>
              <a:off x="4014981" y="4915947"/>
              <a:ext cx="112680" cy="159180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6E85E445-BC7B-465E-A20F-A63AE69651E2}"/>
                </a:ext>
              </a:extLst>
            </p:cNvPr>
            <p:cNvSpPr/>
            <p:nvPr/>
          </p:nvSpPr>
          <p:spPr>
            <a:xfrm>
              <a:off x="4014988" y="5430429"/>
              <a:ext cx="112677" cy="159180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FDBD1C-032F-4998-B985-58748ECA53F8}"/>
                </a:ext>
              </a:extLst>
            </p:cNvPr>
            <p:cNvSpPr/>
            <p:nvPr/>
          </p:nvSpPr>
          <p:spPr>
            <a:xfrm>
              <a:off x="1009619" y="5380157"/>
              <a:ext cx="2260051" cy="10114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48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52D834D-33D4-440B-8C93-865F2954DB94}"/>
              </a:ext>
            </a:extLst>
          </p:cNvPr>
          <p:cNvGrpSpPr/>
          <p:nvPr/>
        </p:nvGrpSpPr>
        <p:grpSpPr>
          <a:xfrm>
            <a:off x="387927" y="283611"/>
            <a:ext cx="11416145" cy="6290778"/>
            <a:chOff x="452582" y="331695"/>
            <a:chExt cx="11416145" cy="629077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834351-DF8C-4F08-8282-7AA866150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309766"/>
              <a:ext cx="11416145" cy="5312707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8A28DF7-A2FB-4F38-9AA4-4B1F08E590FB}"/>
                </a:ext>
              </a:extLst>
            </p:cNvPr>
            <p:cNvSpPr txBox="1"/>
            <p:nvPr/>
          </p:nvSpPr>
          <p:spPr>
            <a:xfrm>
              <a:off x="2224328" y="331695"/>
              <a:ext cx="8137595" cy="677108"/>
            </a:xfrm>
            <a:custGeom>
              <a:avLst/>
              <a:gdLst>
                <a:gd name="connsiteX0" fmla="*/ 0 w 8137595"/>
                <a:gd name="connsiteY0" fmla="*/ 0 h 677108"/>
                <a:gd name="connsiteX1" fmla="*/ 8137595 w 8137595"/>
                <a:gd name="connsiteY1" fmla="*/ 0 h 677108"/>
                <a:gd name="connsiteX2" fmla="*/ 8137595 w 8137595"/>
                <a:gd name="connsiteY2" fmla="*/ 677108 h 677108"/>
                <a:gd name="connsiteX3" fmla="*/ 0 w 8137595"/>
                <a:gd name="connsiteY3" fmla="*/ 677108 h 677108"/>
                <a:gd name="connsiteX4" fmla="*/ 0 w 8137595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37595" h="677108" fill="none" extrusionOk="0">
                  <a:moveTo>
                    <a:pt x="0" y="0"/>
                  </a:moveTo>
                  <a:cubicBezTo>
                    <a:pt x="2532592" y="-33775"/>
                    <a:pt x="5457717" y="138873"/>
                    <a:pt x="8137595" y="0"/>
                  </a:cubicBezTo>
                  <a:cubicBezTo>
                    <a:pt x="8198268" y="328363"/>
                    <a:pt x="8127470" y="425253"/>
                    <a:pt x="8137595" y="677108"/>
                  </a:cubicBezTo>
                  <a:cubicBezTo>
                    <a:pt x="5845153" y="539778"/>
                    <a:pt x="2441778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8137595" h="677108" stroke="0" extrusionOk="0">
                  <a:moveTo>
                    <a:pt x="0" y="0"/>
                  </a:moveTo>
                  <a:cubicBezTo>
                    <a:pt x="3012609" y="-101487"/>
                    <a:pt x="7109240" y="-162162"/>
                    <a:pt x="8137595" y="0"/>
                  </a:cubicBezTo>
                  <a:cubicBezTo>
                    <a:pt x="8185543" y="271609"/>
                    <a:pt x="8129241" y="574489"/>
                    <a:pt x="8137595" y="677108"/>
                  </a:cubicBezTo>
                  <a:cubicBezTo>
                    <a:pt x="5443477" y="727173"/>
                    <a:pt x="1122613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62648E-98B9-474F-8D8E-C2A22B9073CB}"/>
                </a:ext>
              </a:extLst>
            </p:cNvPr>
            <p:cNvSpPr/>
            <p:nvPr/>
          </p:nvSpPr>
          <p:spPr>
            <a:xfrm>
              <a:off x="5080061" y="3200076"/>
              <a:ext cx="351996" cy="2069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FD3029-A2C8-4715-A6F3-A1EC3C9913EB}"/>
                </a:ext>
              </a:extLst>
            </p:cNvPr>
            <p:cNvSpPr/>
            <p:nvPr/>
          </p:nvSpPr>
          <p:spPr>
            <a:xfrm>
              <a:off x="6925216" y="2504142"/>
              <a:ext cx="1355001" cy="1692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52D3AB-24BC-4D19-875B-F19D37AAEB68}"/>
                </a:ext>
              </a:extLst>
            </p:cNvPr>
            <p:cNvSpPr/>
            <p:nvPr/>
          </p:nvSpPr>
          <p:spPr>
            <a:xfrm>
              <a:off x="6830593" y="3599771"/>
              <a:ext cx="1099515" cy="1692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5914E2C-3B05-48D1-8DB4-7B4D0E9780BF}"/>
                </a:ext>
              </a:extLst>
            </p:cNvPr>
            <p:cNvSpPr/>
            <p:nvPr/>
          </p:nvSpPr>
          <p:spPr>
            <a:xfrm>
              <a:off x="8005807" y="3544399"/>
              <a:ext cx="321262" cy="280026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AB71DC-9D88-4054-BD14-AF81FE4C8966}"/>
                </a:ext>
              </a:extLst>
            </p:cNvPr>
            <p:cNvSpPr/>
            <p:nvPr/>
          </p:nvSpPr>
          <p:spPr>
            <a:xfrm>
              <a:off x="5095427" y="3461932"/>
              <a:ext cx="321262" cy="28002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2DEB72-AD9C-4984-AFB4-231F011346ED}"/>
                </a:ext>
              </a:extLst>
            </p:cNvPr>
            <p:cNvSpPr txBox="1"/>
            <p:nvPr/>
          </p:nvSpPr>
          <p:spPr>
            <a:xfrm>
              <a:off x="8696556" y="2345142"/>
              <a:ext cx="1674831" cy="369332"/>
            </a:xfrm>
            <a:prstGeom prst="rect">
              <a:avLst/>
            </a:prstGeom>
            <a:solidFill>
              <a:srgbClr val="D6FFC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คลิกขวา </a:t>
              </a:r>
              <a:r>
                <a:rPr lang="en-US" sz="1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  <a:endParaRPr lang="th-TH" sz="1800" dirty="0">
                <a:solidFill>
                  <a:srgbClr val="0000FF"/>
                </a:solidFill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2DA850F7-EBC5-49DE-AB0C-8CC3367C99AB}"/>
                </a:ext>
              </a:extLst>
            </p:cNvPr>
            <p:cNvSpPr/>
            <p:nvPr/>
          </p:nvSpPr>
          <p:spPr>
            <a:xfrm>
              <a:off x="8441074" y="2457119"/>
              <a:ext cx="255482" cy="16928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F23544-95CA-4A7F-8C5E-FDC2639C41B0}"/>
                </a:ext>
              </a:extLst>
            </p:cNvPr>
            <p:cNvSpPr txBox="1"/>
            <p:nvPr/>
          </p:nvSpPr>
          <p:spPr>
            <a:xfrm>
              <a:off x="9533970" y="4313314"/>
              <a:ext cx="2034399" cy="1904974"/>
            </a:xfrm>
            <a:prstGeom prst="rect">
              <a:avLst/>
            </a:prstGeom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คลิ๊กขวา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</a:p>
            <a:p>
              <a:pPr algn="ctr"/>
              <a:endParaRPr lang="en-US" sz="16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endParaRPr lang="en-US" sz="1600" dirty="0">
                <a:solidFill>
                  <a:srgbClr val="0000FF"/>
                </a:solidFill>
                <a:highlight>
                  <a:srgbClr val="99FFCC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Detail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2.Description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เติมคำอธิบายรายการ</a:t>
              </a:r>
              <a:endParaRPr lang="th-TH" sz="2000" dirty="0">
                <a:solidFill>
                  <a:srgbClr val="0000FF"/>
                </a:solidFill>
              </a:endParaRP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3D1355AE-D39A-472E-A7CD-94CA8FFC9228}"/>
                </a:ext>
              </a:extLst>
            </p:cNvPr>
            <p:cNvSpPr/>
            <p:nvPr/>
          </p:nvSpPr>
          <p:spPr>
            <a:xfrm>
              <a:off x="10390316" y="4685995"/>
              <a:ext cx="189243" cy="376181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1DE62F-949C-4296-9B82-23B284D5ADB9}"/>
                </a:ext>
              </a:extLst>
            </p:cNvPr>
            <p:cNvSpPr/>
            <p:nvPr/>
          </p:nvSpPr>
          <p:spPr>
            <a:xfrm>
              <a:off x="926491" y="3544399"/>
              <a:ext cx="2362444" cy="6212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33A5F19-F59C-49A2-BDC5-D7C3034AB560}"/>
                </a:ext>
              </a:extLst>
            </p:cNvPr>
            <p:cNvSpPr/>
            <p:nvPr/>
          </p:nvSpPr>
          <p:spPr>
            <a:xfrm>
              <a:off x="6160654" y="1855140"/>
              <a:ext cx="349303" cy="271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6F7E3E-2197-4A70-98BC-17B720ADFA81}"/>
                </a:ext>
              </a:extLst>
            </p:cNvPr>
            <p:cNvSpPr/>
            <p:nvPr/>
          </p:nvSpPr>
          <p:spPr>
            <a:xfrm>
              <a:off x="9010073" y="2026012"/>
              <a:ext cx="641927" cy="2553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0454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E22E9AC-EACB-46D1-88FB-5CB7D433374E}"/>
              </a:ext>
            </a:extLst>
          </p:cNvPr>
          <p:cNvGrpSpPr/>
          <p:nvPr/>
        </p:nvGrpSpPr>
        <p:grpSpPr>
          <a:xfrm>
            <a:off x="572654" y="340660"/>
            <a:ext cx="11055926" cy="6244867"/>
            <a:chOff x="1389529" y="340660"/>
            <a:chExt cx="9614645" cy="60988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6AE467-8915-4E21-A33A-B58DEB0E8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9529" y="1344703"/>
              <a:ext cx="9601201" cy="2412515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05AB4B-95AF-4476-A51C-EA4ABE804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2973" y="4070373"/>
              <a:ext cx="9601201" cy="2369094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A49AE7-9095-4894-9F43-47538D1710CE}"/>
                </a:ext>
              </a:extLst>
            </p:cNvPr>
            <p:cNvSpPr/>
            <p:nvPr/>
          </p:nvSpPr>
          <p:spPr>
            <a:xfrm>
              <a:off x="3987501" y="2416000"/>
              <a:ext cx="333485" cy="3003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DCF91D-BE66-4937-8D0A-32DD760EEC45}"/>
                </a:ext>
              </a:extLst>
            </p:cNvPr>
            <p:cNvSpPr/>
            <p:nvPr/>
          </p:nvSpPr>
          <p:spPr>
            <a:xfrm>
              <a:off x="4329951" y="4805080"/>
              <a:ext cx="744070" cy="235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F0CB18-527C-4A69-AA2C-D4659A1BD02E}"/>
                </a:ext>
              </a:extLst>
            </p:cNvPr>
            <p:cNvSpPr txBox="1"/>
            <p:nvPr/>
          </p:nvSpPr>
          <p:spPr>
            <a:xfrm>
              <a:off x="2712069" y="340660"/>
              <a:ext cx="7079231" cy="661271"/>
            </a:xfrm>
            <a:custGeom>
              <a:avLst/>
              <a:gdLst>
                <a:gd name="connsiteX0" fmla="*/ 0 w 7079231"/>
                <a:gd name="connsiteY0" fmla="*/ 0 h 661271"/>
                <a:gd name="connsiteX1" fmla="*/ 7079231 w 7079231"/>
                <a:gd name="connsiteY1" fmla="*/ 0 h 661271"/>
                <a:gd name="connsiteX2" fmla="*/ 7079231 w 7079231"/>
                <a:gd name="connsiteY2" fmla="*/ 661271 h 661271"/>
                <a:gd name="connsiteX3" fmla="*/ 0 w 7079231"/>
                <a:gd name="connsiteY3" fmla="*/ 661271 h 661271"/>
                <a:gd name="connsiteX4" fmla="*/ 0 w 7079231"/>
                <a:gd name="connsiteY4" fmla="*/ 0 h 66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231" h="661271" fill="none" extrusionOk="0">
                  <a:moveTo>
                    <a:pt x="0" y="0"/>
                  </a:moveTo>
                  <a:cubicBezTo>
                    <a:pt x="2860039" y="-33775"/>
                    <a:pt x="4357701" y="138873"/>
                    <a:pt x="7079231" y="0"/>
                  </a:cubicBezTo>
                  <a:cubicBezTo>
                    <a:pt x="7072831" y="82196"/>
                    <a:pt x="7094149" y="345716"/>
                    <a:pt x="7079231" y="661271"/>
                  </a:cubicBezTo>
                  <a:cubicBezTo>
                    <a:pt x="3846288" y="523941"/>
                    <a:pt x="1542296" y="523415"/>
                    <a:pt x="0" y="661271"/>
                  </a:cubicBezTo>
                  <a:cubicBezTo>
                    <a:pt x="-37810" y="450334"/>
                    <a:pt x="-42580" y="200199"/>
                    <a:pt x="0" y="0"/>
                  </a:cubicBezTo>
                  <a:close/>
                </a:path>
                <a:path w="7079231" h="661271" stroke="0" extrusionOk="0">
                  <a:moveTo>
                    <a:pt x="0" y="0"/>
                  </a:moveTo>
                  <a:cubicBezTo>
                    <a:pt x="3097302" y="-101487"/>
                    <a:pt x="5819516" y="-162162"/>
                    <a:pt x="7079231" y="0"/>
                  </a:cubicBezTo>
                  <a:cubicBezTo>
                    <a:pt x="7121822" y="111942"/>
                    <a:pt x="7029762" y="569583"/>
                    <a:pt x="7079231" y="661271"/>
                  </a:cubicBezTo>
                  <a:cubicBezTo>
                    <a:pt x="3652550" y="711336"/>
                    <a:pt x="1569380" y="502822"/>
                    <a:pt x="0" y="661271"/>
                  </a:cubicBezTo>
                  <a:cubicBezTo>
                    <a:pt x="9330" y="563169"/>
                    <a:pt x="-43936" y="94050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0EC547-2DBA-4E9A-90EF-E32CD095F08A}"/>
                </a:ext>
              </a:extLst>
            </p:cNvPr>
            <p:cNvSpPr/>
            <p:nvPr/>
          </p:nvSpPr>
          <p:spPr>
            <a:xfrm>
              <a:off x="3953432" y="5853952"/>
              <a:ext cx="2492191" cy="1524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80A598-F4C0-48B4-87C5-5FBC4A00D265}"/>
                </a:ext>
              </a:extLst>
            </p:cNvPr>
            <p:cNvSpPr/>
            <p:nvPr/>
          </p:nvSpPr>
          <p:spPr>
            <a:xfrm>
              <a:off x="3747246" y="3229448"/>
              <a:ext cx="7126941" cy="235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32792A-932B-4818-ABFE-2B9B22DE9FB1}"/>
                </a:ext>
              </a:extLst>
            </p:cNvPr>
            <p:cNvSpPr txBox="1"/>
            <p:nvPr/>
          </p:nvSpPr>
          <p:spPr>
            <a:xfrm>
              <a:off x="4401668" y="2402543"/>
              <a:ext cx="3460383" cy="400110"/>
            </a:xfrm>
            <a:prstGeom prst="rect">
              <a:avLst/>
            </a:prstGeom>
            <a:solidFill>
              <a:srgbClr val="FFE1FF"/>
            </a:solidFill>
            <a:ln>
              <a:solidFill>
                <a:srgbClr val="0066FF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เข้าไปที่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List </a:t>
              </a:r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ดูรายละเอียดว่ามีครบมั้ย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D706BB-3A8F-4715-8C64-95203B03B53B}"/>
                </a:ext>
              </a:extLst>
            </p:cNvPr>
            <p:cNvSpPr txBox="1"/>
            <p:nvPr/>
          </p:nvSpPr>
          <p:spPr>
            <a:xfrm>
              <a:off x="5154703" y="4774855"/>
              <a:ext cx="4141697" cy="400110"/>
            </a:xfrm>
            <a:prstGeom prst="rect">
              <a:avLst/>
            </a:prstGeom>
            <a:solidFill>
              <a:srgbClr val="D5FFD5"/>
            </a:solidFill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เข้าไปที่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GL Control </a:t>
              </a:r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ดูว่าผูกรหัสบัญชีไว้หรือไม่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C21EC9-EC85-4B7F-970B-68A3CF6F5853}"/>
                </a:ext>
              </a:extLst>
            </p:cNvPr>
            <p:cNvCxnSpPr>
              <a:cxnSpLocks/>
            </p:cNvCxnSpPr>
            <p:nvPr/>
          </p:nvCxnSpPr>
          <p:spPr>
            <a:xfrm>
              <a:off x="4607859" y="2802653"/>
              <a:ext cx="0" cy="426795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754D754-800F-41BE-A5C0-743A95D8496B}"/>
                </a:ext>
              </a:extLst>
            </p:cNvPr>
            <p:cNvCxnSpPr>
              <a:cxnSpLocks/>
            </p:cNvCxnSpPr>
            <p:nvPr/>
          </p:nvCxnSpPr>
          <p:spPr>
            <a:xfrm>
              <a:off x="4742329" y="5082987"/>
              <a:ext cx="0" cy="74407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307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C6FD29B-9E82-44BA-97B0-B8ACC356D1F8}"/>
              </a:ext>
            </a:extLst>
          </p:cNvPr>
          <p:cNvGrpSpPr/>
          <p:nvPr/>
        </p:nvGrpSpPr>
        <p:grpSpPr>
          <a:xfrm>
            <a:off x="452582" y="301810"/>
            <a:ext cx="11351491" cy="6218520"/>
            <a:chOff x="452582" y="301810"/>
            <a:chExt cx="11351491" cy="62185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128544-0A1C-486B-A344-A3DB8B078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154002"/>
              <a:ext cx="11351491" cy="5366328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1595E-DA81-4B9B-B97F-7955AFC3E8ED}"/>
                </a:ext>
              </a:extLst>
            </p:cNvPr>
            <p:cNvSpPr/>
            <p:nvPr/>
          </p:nvSpPr>
          <p:spPr>
            <a:xfrm>
              <a:off x="4813882" y="4759939"/>
              <a:ext cx="1356060" cy="2285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72D0C1-7A55-402D-8EF3-404FDF66E359}"/>
                </a:ext>
              </a:extLst>
            </p:cNvPr>
            <p:cNvSpPr txBox="1"/>
            <p:nvPr/>
          </p:nvSpPr>
          <p:spPr>
            <a:xfrm>
              <a:off x="2736353" y="301810"/>
              <a:ext cx="7232399" cy="677108"/>
            </a:xfrm>
            <a:custGeom>
              <a:avLst/>
              <a:gdLst>
                <a:gd name="connsiteX0" fmla="*/ 0 w 7232399"/>
                <a:gd name="connsiteY0" fmla="*/ 0 h 677108"/>
                <a:gd name="connsiteX1" fmla="*/ 7232399 w 7232399"/>
                <a:gd name="connsiteY1" fmla="*/ 0 h 677108"/>
                <a:gd name="connsiteX2" fmla="*/ 7232399 w 7232399"/>
                <a:gd name="connsiteY2" fmla="*/ 677108 h 677108"/>
                <a:gd name="connsiteX3" fmla="*/ 0 w 7232399"/>
                <a:gd name="connsiteY3" fmla="*/ 677108 h 677108"/>
                <a:gd name="connsiteX4" fmla="*/ 0 w 7232399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2399" h="677108" fill="none" extrusionOk="0">
                  <a:moveTo>
                    <a:pt x="0" y="0"/>
                  </a:moveTo>
                  <a:cubicBezTo>
                    <a:pt x="723345" y="-33775"/>
                    <a:pt x="4428541" y="138873"/>
                    <a:pt x="7232399" y="0"/>
                  </a:cubicBezTo>
                  <a:cubicBezTo>
                    <a:pt x="7293072" y="328363"/>
                    <a:pt x="7222274" y="425253"/>
                    <a:pt x="7232399" y="677108"/>
                  </a:cubicBezTo>
                  <a:cubicBezTo>
                    <a:pt x="5764718" y="539778"/>
                    <a:pt x="2503425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232399" h="677108" stroke="0" extrusionOk="0">
                  <a:moveTo>
                    <a:pt x="0" y="0"/>
                  </a:moveTo>
                  <a:cubicBezTo>
                    <a:pt x="2597591" y="-101487"/>
                    <a:pt x="5457657" y="-162162"/>
                    <a:pt x="7232399" y="0"/>
                  </a:cubicBezTo>
                  <a:cubicBezTo>
                    <a:pt x="7280347" y="271609"/>
                    <a:pt x="7224045" y="574489"/>
                    <a:pt x="7232399" y="677108"/>
                  </a:cubicBezTo>
                  <a:cubicBezTo>
                    <a:pt x="3717647" y="727173"/>
                    <a:pt x="983512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4161D4-9C0F-44EC-BEF6-2C792BA1CE15}"/>
                </a:ext>
              </a:extLst>
            </p:cNvPr>
            <p:cNvSpPr txBox="1"/>
            <p:nvPr/>
          </p:nvSpPr>
          <p:spPr>
            <a:xfrm>
              <a:off x="5307568" y="5674663"/>
              <a:ext cx="5858531" cy="523220"/>
            </a:xfrm>
            <a:custGeom>
              <a:avLst/>
              <a:gdLst>
                <a:gd name="connsiteX0" fmla="*/ 0 w 5858531"/>
                <a:gd name="connsiteY0" fmla="*/ 0 h 523220"/>
                <a:gd name="connsiteX1" fmla="*/ 5858531 w 5858531"/>
                <a:gd name="connsiteY1" fmla="*/ 0 h 523220"/>
                <a:gd name="connsiteX2" fmla="*/ 5858531 w 5858531"/>
                <a:gd name="connsiteY2" fmla="*/ 523220 h 523220"/>
                <a:gd name="connsiteX3" fmla="*/ 0 w 5858531"/>
                <a:gd name="connsiteY3" fmla="*/ 523220 h 523220"/>
                <a:gd name="connsiteX4" fmla="*/ 0 w 5858531"/>
                <a:gd name="connsiteY4" fmla="*/ 0 h 52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8531" h="523220" fill="none" extrusionOk="0">
                  <a:moveTo>
                    <a:pt x="0" y="0"/>
                  </a:moveTo>
                  <a:cubicBezTo>
                    <a:pt x="1203750" y="-106578"/>
                    <a:pt x="4062695" y="2676"/>
                    <a:pt x="5858531" y="0"/>
                  </a:cubicBezTo>
                  <a:cubicBezTo>
                    <a:pt x="5886282" y="76387"/>
                    <a:pt x="5837635" y="295244"/>
                    <a:pt x="5858531" y="523220"/>
                  </a:cubicBezTo>
                  <a:cubicBezTo>
                    <a:pt x="4905763" y="464772"/>
                    <a:pt x="2295812" y="534014"/>
                    <a:pt x="0" y="523220"/>
                  </a:cubicBezTo>
                  <a:cubicBezTo>
                    <a:pt x="-17734" y="386384"/>
                    <a:pt x="46788" y="101161"/>
                    <a:pt x="0" y="0"/>
                  </a:cubicBezTo>
                  <a:close/>
                </a:path>
                <a:path w="5858531" h="523220" stroke="0" extrusionOk="0">
                  <a:moveTo>
                    <a:pt x="0" y="0"/>
                  </a:moveTo>
                  <a:cubicBezTo>
                    <a:pt x="662346" y="-156606"/>
                    <a:pt x="5268114" y="13306"/>
                    <a:pt x="5858531" y="0"/>
                  </a:cubicBezTo>
                  <a:cubicBezTo>
                    <a:pt x="5865864" y="56008"/>
                    <a:pt x="5865276" y="404558"/>
                    <a:pt x="5858531" y="523220"/>
                  </a:cubicBezTo>
                  <a:cubicBezTo>
                    <a:pt x="5164926" y="390433"/>
                    <a:pt x="2003218" y="435741"/>
                    <a:pt x="0" y="523220"/>
                  </a:cubicBezTo>
                  <a:cubicBezTo>
                    <a:pt x="19100" y="380094"/>
                    <a:pt x="36145" y="193751"/>
                    <a:pt x="0" y="0"/>
                  </a:cubicBezTo>
                  <a:close/>
                </a:path>
              </a:pathLst>
            </a:custGeom>
            <a:solidFill>
              <a:srgbClr val="E3FF93"/>
            </a:solidFill>
            <a:ln>
              <a:solidFill>
                <a:srgbClr val="0000FF"/>
              </a:solidFill>
              <a:extLst>
                <a:ext uri="{C807C97D-BFC1-408E-A445-0C87EB9F89A2}">
                  <ask:lineSketchStyleProps xmlns:ask="http://schemas.microsoft.com/office/drawing/2018/sketchyshapes" xmlns="" sd="3353935536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เมื่อใส่รายละเอียดครบถ้วนแล้วให้ไปกดที่ปุ่ม </a:t>
              </a:r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Create</a:t>
              </a:r>
              <a:endParaRPr lang="th-TH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2BA16D-46C1-4713-B46C-660ABDB325FD}"/>
                </a:ext>
              </a:extLst>
            </p:cNvPr>
            <p:cNvCxnSpPr/>
            <p:nvPr/>
          </p:nvCxnSpPr>
          <p:spPr>
            <a:xfrm flipV="1">
              <a:off x="5560291" y="5033818"/>
              <a:ext cx="0" cy="58189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134889-F0A9-4003-A512-E946B9BEC064}"/>
                </a:ext>
              </a:extLst>
            </p:cNvPr>
            <p:cNvSpPr/>
            <p:nvPr/>
          </p:nvSpPr>
          <p:spPr>
            <a:xfrm>
              <a:off x="917255" y="4677848"/>
              <a:ext cx="2362444" cy="7808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9AEE15-BF6C-46D1-80DF-BD4ABC0E2850}"/>
                </a:ext>
              </a:extLst>
            </p:cNvPr>
            <p:cNvSpPr/>
            <p:nvPr/>
          </p:nvSpPr>
          <p:spPr>
            <a:xfrm>
              <a:off x="6081601" y="1994653"/>
              <a:ext cx="383476" cy="3074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CBC81A-AC20-4913-8559-7B3031A5F0B2}"/>
                </a:ext>
              </a:extLst>
            </p:cNvPr>
            <p:cNvSpPr/>
            <p:nvPr/>
          </p:nvSpPr>
          <p:spPr>
            <a:xfrm>
              <a:off x="8940257" y="2239413"/>
              <a:ext cx="628615" cy="3074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40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9B096-F63B-4395-AC62-2659163A7F7D}"/>
              </a:ext>
            </a:extLst>
          </p:cNvPr>
          <p:cNvGrpSpPr/>
          <p:nvPr/>
        </p:nvGrpSpPr>
        <p:grpSpPr>
          <a:xfrm>
            <a:off x="434109" y="349038"/>
            <a:ext cx="11333018" cy="6122894"/>
            <a:chOff x="434109" y="349038"/>
            <a:chExt cx="11333018" cy="61228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109C9B-04AC-4664-8301-36211052B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109" y="1173790"/>
              <a:ext cx="11333018" cy="5298142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1BC1CA-9C6C-4273-8872-DA43FCA82996}"/>
                </a:ext>
              </a:extLst>
            </p:cNvPr>
            <p:cNvSpPr txBox="1"/>
            <p:nvPr/>
          </p:nvSpPr>
          <p:spPr>
            <a:xfrm>
              <a:off x="2650279" y="349038"/>
              <a:ext cx="7299508" cy="677108"/>
            </a:xfrm>
            <a:custGeom>
              <a:avLst/>
              <a:gdLst>
                <a:gd name="connsiteX0" fmla="*/ 0 w 7299508"/>
                <a:gd name="connsiteY0" fmla="*/ 0 h 677108"/>
                <a:gd name="connsiteX1" fmla="*/ 7299508 w 7299508"/>
                <a:gd name="connsiteY1" fmla="*/ 0 h 677108"/>
                <a:gd name="connsiteX2" fmla="*/ 7299508 w 7299508"/>
                <a:gd name="connsiteY2" fmla="*/ 677108 h 677108"/>
                <a:gd name="connsiteX3" fmla="*/ 0 w 7299508"/>
                <a:gd name="connsiteY3" fmla="*/ 677108 h 677108"/>
                <a:gd name="connsiteX4" fmla="*/ 0 w 7299508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9508" h="677108" fill="none" extrusionOk="0">
                  <a:moveTo>
                    <a:pt x="0" y="0"/>
                  </a:moveTo>
                  <a:cubicBezTo>
                    <a:pt x="3583876" y="-33775"/>
                    <a:pt x="5998933" y="138873"/>
                    <a:pt x="7299508" y="0"/>
                  </a:cubicBezTo>
                  <a:cubicBezTo>
                    <a:pt x="7360181" y="328363"/>
                    <a:pt x="7289383" y="425253"/>
                    <a:pt x="7299508" y="677108"/>
                  </a:cubicBezTo>
                  <a:cubicBezTo>
                    <a:pt x="5579022" y="539778"/>
                    <a:pt x="2187409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299508" h="677108" stroke="0" extrusionOk="0">
                  <a:moveTo>
                    <a:pt x="0" y="0"/>
                  </a:moveTo>
                  <a:cubicBezTo>
                    <a:pt x="2602656" y="-101487"/>
                    <a:pt x="3769323" y="-162162"/>
                    <a:pt x="7299508" y="0"/>
                  </a:cubicBezTo>
                  <a:cubicBezTo>
                    <a:pt x="7347456" y="271609"/>
                    <a:pt x="7291154" y="574489"/>
                    <a:pt x="7299508" y="677108"/>
                  </a:cubicBezTo>
                  <a:cubicBezTo>
                    <a:pt x="4473728" y="727173"/>
                    <a:pt x="1743490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250EBB-660D-4D87-B093-6ED28EC766BC}"/>
                </a:ext>
              </a:extLst>
            </p:cNvPr>
            <p:cNvSpPr/>
            <p:nvPr/>
          </p:nvSpPr>
          <p:spPr>
            <a:xfrm>
              <a:off x="4823741" y="3558399"/>
              <a:ext cx="1313977" cy="1524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B7D83E-A90C-4747-8BE6-55266B347A48}"/>
                </a:ext>
              </a:extLst>
            </p:cNvPr>
            <p:cNvSpPr/>
            <p:nvPr/>
          </p:nvSpPr>
          <p:spPr>
            <a:xfrm>
              <a:off x="4823741" y="3737694"/>
              <a:ext cx="6582235" cy="17839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A5A5785-401A-4BCE-8061-6EB76C1443F8}"/>
                </a:ext>
              </a:extLst>
            </p:cNvPr>
            <p:cNvSpPr txBox="1"/>
            <p:nvPr/>
          </p:nvSpPr>
          <p:spPr>
            <a:xfrm>
              <a:off x="5194254" y="5672173"/>
              <a:ext cx="5806216" cy="430887"/>
            </a:xfrm>
            <a:custGeom>
              <a:avLst/>
              <a:gdLst>
                <a:gd name="connsiteX0" fmla="*/ 0 w 5806216"/>
                <a:gd name="connsiteY0" fmla="*/ 0 h 430887"/>
                <a:gd name="connsiteX1" fmla="*/ 5806216 w 5806216"/>
                <a:gd name="connsiteY1" fmla="*/ 0 h 430887"/>
                <a:gd name="connsiteX2" fmla="*/ 5806216 w 5806216"/>
                <a:gd name="connsiteY2" fmla="*/ 430887 h 430887"/>
                <a:gd name="connsiteX3" fmla="*/ 0 w 5806216"/>
                <a:gd name="connsiteY3" fmla="*/ 430887 h 430887"/>
                <a:gd name="connsiteX4" fmla="*/ 0 w 5806216"/>
                <a:gd name="connsiteY4" fmla="*/ 0 h 43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06216" h="430887" fill="none" extrusionOk="0">
                  <a:moveTo>
                    <a:pt x="0" y="0"/>
                  </a:moveTo>
                  <a:cubicBezTo>
                    <a:pt x="1447889" y="122502"/>
                    <a:pt x="4953324" y="146972"/>
                    <a:pt x="5806216" y="0"/>
                  </a:cubicBezTo>
                  <a:cubicBezTo>
                    <a:pt x="5831132" y="58529"/>
                    <a:pt x="5792225" y="245336"/>
                    <a:pt x="5806216" y="430887"/>
                  </a:cubicBezTo>
                  <a:cubicBezTo>
                    <a:pt x="3097935" y="600882"/>
                    <a:pt x="1719016" y="448287"/>
                    <a:pt x="0" y="430887"/>
                  </a:cubicBezTo>
                  <a:cubicBezTo>
                    <a:pt x="-34110" y="225370"/>
                    <a:pt x="-18429" y="150991"/>
                    <a:pt x="0" y="0"/>
                  </a:cubicBezTo>
                  <a:close/>
                </a:path>
                <a:path w="5806216" h="430887" stroke="0" extrusionOk="0">
                  <a:moveTo>
                    <a:pt x="0" y="0"/>
                  </a:moveTo>
                  <a:cubicBezTo>
                    <a:pt x="1029279" y="126621"/>
                    <a:pt x="4009595" y="-45073"/>
                    <a:pt x="5806216" y="0"/>
                  </a:cubicBezTo>
                  <a:cubicBezTo>
                    <a:pt x="5785667" y="167188"/>
                    <a:pt x="5802642" y="258721"/>
                    <a:pt x="5806216" y="430887"/>
                  </a:cubicBezTo>
                  <a:cubicBezTo>
                    <a:pt x="3979286" y="468952"/>
                    <a:pt x="920318" y="379581"/>
                    <a:pt x="0" y="430887"/>
                  </a:cubicBezTo>
                  <a:cubicBezTo>
                    <a:pt x="17195" y="271980"/>
                    <a:pt x="-17025" y="118290"/>
                    <a:pt x="0" y="0"/>
                  </a:cubicBez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xmlns="" sd="1932219721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เมื่อกดปุ่ม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Create </a:t>
              </a:r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จะขึ้นตาราง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Schedule </a:t>
              </a:r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มาให้ตรวจสอบ</a:t>
              </a:r>
            </a:p>
          </p:txBody>
        </p:sp>
        <p:sp>
          <p:nvSpPr>
            <p:cNvPr id="9" name="Arrow: Curved Right 8">
              <a:extLst>
                <a:ext uri="{FF2B5EF4-FFF2-40B4-BE49-F238E27FC236}">
                  <a16:creationId xmlns:a16="http://schemas.microsoft.com/office/drawing/2014/main" id="{93ED0397-E54B-43B4-8548-52BBB79699FE}"/>
                </a:ext>
              </a:extLst>
            </p:cNvPr>
            <p:cNvSpPr/>
            <p:nvPr/>
          </p:nvSpPr>
          <p:spPr>
            <a:xfrm rot="21072153">
              <a:off x="3993367" y="3558399"/>
              <a:ext cx="838608" cy="2544661"/>
            </a:xfrm>
            <a:prstGeom prst="curv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329D0E-08B2-4755-8F71-53F9B8541CE4}"/>
                </a:ext>
              </a:extLst>
            </p:cNvPr>
            <p:cNvSpPr/>
            <p:nvPr/>
          </p:nvSpPr>
          <p:spPr>
            <a:xfrm>
              <a:off x="960583" y="3411924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207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158B-2EDC-481C-9D9E-2FE3B923B2E5}"/>
              </a:ext>
            </a:extLst>
          </p:cNvPr>
          <p:cNvGrpSpPr/>
          <p:nvPr/>
        </p:nvGrpSpPr>
        <p:grpSpPr>
          <a:xfrm>
            <a:off x="397169" y="222214"/>
            <a:ext cx="11499272" cy="6393739"/>
            <a:chOff x="397169" y="222214"/>
            <a:chExt cx="11499272" cy="62034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6A21B4-FA07-4A5C-AB70-56D4DFD17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69" y="1665400"/>
              <a:ext cx="11499272" cy="4760257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910256-510C-4F12-82B7-E6267DC173C9}"/>
                </a:ext>
              </a:extLst>
            </p:cNvPr>
            <p:cNvSpPr txBox="1"/>
            <p:nvPr/>
          </p:nvSpPr>
          <p:spPr>
            <a:xfrm>
              <a:off x="2579373" y="222214"/>
              <a:ext cx="7466937" cy="677108"/>
            </a:xfrm>
            <a:custGeom>
              <a:avLst/>
              <a:gdLst>
                <a:gd name="connsiteX0" fmla="*/ 0 w 7466937"/>
                <a:gd name="connsiteY0" fmla="*/ 0 h 677108"/>
                <a:gd name="connsiteX1" fmla="*/ 7466937 w 7466937"/>
                <a:gd name="connsiteY1" fmla="*/ 0 h 677108"/>
                <a:gd name="connsiteX2" fmla="*/ 7466937 w 7466937"/>
                <a:gd name="connsiteY2" fmla="*/ 677108 h 677108"/>
                <a:gd name="connsiteX3" fmla="*/ 0 w 7466937"/>
                <a:gd name="connsiteY3" fmla="*/ 677108 h 677108"/>
                <a:gd name="connsiteX4" fmla="*/ 0 w 7466937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6937" h="677108" fill="none" extrusionOk="0">
                  <a:moveTo>
                    <a:pt x="0" y="0"/>
                  </a:moveTo>
                  <a:cubicBezTo>
                    <a:pt x="1014885" y="-33775"/>
                    <a:pt x="3948696" y="138873"/>
                    <a:pt x="7466937" y="0"/>
                  </a:cubicBezTo>
                  <a:cubicBezTo>
                    <a:pt x="7527610" y="328363"/>
                    <a:pt x="7456812" y="425253"/>
                    <a:pt x="7466937" y="677108"/>
                  </a:cubicBezTo>
                  <a:cubicBezTo>
                    <a:pt x="6107742" y="539778"/>
                    <a:pt x="2637654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466937" h="677108" stroke="0" extrusionOk="0">
                  <a:moveTo>
                    <a:pt x="0" y="0"/>
                  </a:moveTo>
                  <a:cubicBezTo>
                    <a:pt x="3366014" y="-101487"/>
                    <a:pt x="5284024" y="-162162"/>
                    <a:pt x="7466937" y="0"/>
                  </a:cubicBezTo>
                  <a:cubicBezTo>
                    <a:pt x="7514885" y="271609"/>
                    <a:pt x="7458583" y="574489"/>
                    <a:pt x="7466937" y="677108"/>
                  </a:cubicBezTo>
                  <a:cubicBezTo>
                    <a:pt x="5362677" y="727173"/>
                    <a:pt x="2888822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66001F-BFA6-4796-8FC7-C898E6588E39}"/>
                </a:ext>
              </a:extLst>
            </p:cNvPr>
            <p:cNvSpPr/>
            <p:nvPr/>
          </p:nvSpPr>
          <p:spPr>
            <a:xfrm>
              <a:off x="6036110" y="2599092"/>
              <a:ext cx="1771068" cy="1424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561E21-84E4-49F2-8252-D7CF9F2728C0}"/>
                </a:ext>
              </a:extLst>
            </p:cNvPr>
            <p:cNvSpPr/>
            <p:nvPr/>
          </p:nvSpPr>
          <p:spPr>
            <a:xfrm>
              <a:off x="4299830" y="2133742"/>
              <a:ext cx="1736279" cy="1424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03EEF7-C7AB-467C-8637-FDF993812ACE}"/>
                </a:ext>
              </a:extLst>
            </p:cNvPr>
            <p:cNvSpPr/>
            <p:nvPr/>
          </p:nvSpPr>
          <p:spPr>
            <a:xfrm>
              <a:off x="4280855" y="1847167"/>
              <a:ext cx="414307" cy="1466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CA29C05-6D1E-4CE4-BB94-7EFBCB1C21E1}"/>
                </a:ext>
              </a:extLst>
            </p:cNvPr>
            <p:cNvSpPr txBox="1"/>
            <p:nvPr/>
          </p:nvSpPr>
          <p:spPr>
            <a:xfrm>
              <a:off x="987608" y="950853"/>
              <a:ext cx="10137592" cy="553998"/>
            </a:xfrm>
            <a:prstGeom prst="rect">
              <a:avLst/>
            </a:prstGeom>
            <a:solidFill>
              <a:srgbClr val="FFF3FF"/>
            </a:solidFill>
            <a:ln w="28575">
              <a:solidFill>
                <a:srgbClr val="0000FF"/>
              </a:solidFill>
            </a:ln>
            <a:effectLst>
              <a:outerShdw blurRad="457200" dist="50800" dir="5400000" algn="ctr" rotWithShape="0">
                <a:srgbClr val="D5FFD5">
                  <a:alpha val="37000"/>
                </a:srgbClr>
              </a:outerShdw>
              <a:softEdge rad="3175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เมื่อตรวจสอบที่ตาราง</a:t>
              </a:r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Schedule </a:t>
              </a:r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เรียบร้อยแล้ว ให้ไป </a:t>
              </a:r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Edit List </a:t>
              </a:r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57D5C2-27BA-4D09-A3A6-93FC546F5EC2}"/>
                </a:ext>
              </a:extLst>
            </p:cNvPr>
            <p:cNvSpPr/>
            <p:nvPr/>
          </p:nvSpPr>
          <p:spPr>
            <a:xfrm>
              <a:off x="7825578" y="2555336"/>
              <a:ext cx="322129" cy="26693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26498B-5C7E-45A8-87D9-6C23479C305A}"/>
                </a:ext>
              </a:extLst>
            </p:cNvPr>
            <p:cNvSpPr/>
            <p:nvPr/>
          </p:nvSpPr>
          <p:spPr>
            <a:xfrm>
              <a:off x="5167971" y="2016171"/>
              <a:ext cx="336646" cy="26693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9688EC-60ED-43F1-8583-6AB0D2920927}"/>
                </a:ext>
              </a:extLst>
            </p:cNvPr>
            <p:cNvSpPr/>
            <p:nvPr/>
          </p:nvSpPr>
          <p:spPr>
            <a:xfrm>
              <a:off x="4718767" y="1724193"/>
              <a:ext cx="322129" cy="26693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6377D-6B24-4441-B503-DB3FD3B84E60}"/>
                </a:ext>
              </a:extLst>
            </p:cNvPr>
            <p:cNvSpPr txBox="1"/>
            <p:nvPr/>
          </p:nvSpPr>
          <p:spPr>
            <a:xfrm>
              <a:off x="3575883" y="4045529"/>
              <a:ext cx="1045963" cy="2246769"/>
            </a:xfrm>
            <a:prstGeom prst="rect">
              <a:avLst/>
            </a:prstGeom>
            <a:solidFill>
              <a:srgbClr val="CDF2FF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Group Edit List</a:t>
              </a:r>
              <a:endParaRPr lang="th-TH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3B7D3FB9-550A-4367-AF1F-1FDA92630BA6}"/>
                </a:ext>
              </a:extLst>
            </p:cNvPr>
            <p:cNvSpPr/>
            <p:nvPr/>
          </p:nvSpPr>
          <p:spPr>
            <a:xfrm>
              <a:off x="4005997" y="4368799"/>
              <a:ext cx="166181" cy="286327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3F8B7FC5-3456-408C-9818-1D4B2468F5B4}"/>
                </a:ext>
              </a:extLst>
            </p:cNvPr>
            <p:cNvSpPr/>
            <p:nvPr/>
          </p:nvSpPr>
          <p:spPr>
            <a:xfrm>
              <a:off x="4001108" y="4973780"/>
              <a:ext cx="166181" cy="286327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DF62D8-8FC7-4F40-822A-40190BF14422}"/>
                </a:ext>
              </a:extLst>
            </p:cNvPr>
            <p:cNvSpPr/>
            <p:nvPr/>
          </p:nvSpPr>
          <p:spPr>
            <a:xfrm>
              <a:off x="987608" y="4003053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970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37C3048-30A2-4135-AC5B-7A0F6AB6A3FB}"/>
              </a:ext>
            </a:extLst>
          </p:cNvPr>
          <p:cNvGrpSpPr/>
          <p:nvPr/>
        </p:nvGrpSpPr>
        <p:grpSpPr>
          <a:xfrm>
            <a:off x="360218" y="342286"/>
            <a:ext cx="11517745" cy="6118684"/>
            <a:chOff x="360218" y="342286"/>
            <a:chExt cx="11517745" cy="61186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6FF9CA-EEFB-4657-AE93-D96AAA76D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218" y="1260624"/>
              <a:ext cx="11517745" cy="5200346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866C499-49EC-471C-8E02-068AF4E4809F}"/>
                </a:ext>
              </a:extLst>
            </p:cNvPr>
            <p:cNvSpPr/>
            <p:nvPr/>
          </p:nvSpPr>
          <p:spPr>
            <a:xfrm>
              <a:off x="7336971" y="3805381"/>
              <a:ext cx="241564" cy="1754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ABB7BA-7F5F-41EF-B58C-8D281BCF2F62}"/>
                </a:ext>
              </a:extLst>
            </p:cNvPr>
            <p:cNvSpPr txBox="1"/>
            <p:nvPr/>
          </p:nvSpPr>
          <p:spPr>
            <a:xfrm>
              <a:off x="2435853" y="342286"/>
              <a:ext cx="7688266" cy="677108"/>
            </a:xfrm>
            <a:custGeom>
              <a:avLst/>
              <a:gdLst>
                <a:gd name="connsiteX0" fmla="*/ 0 w 7688266"/>
                <a:gd name="connsiteY0" fmla="*/ 0 h 677108"/>
                <a:gd name="connsiteX1" fmla="*/ 7688266 w 7688266"/>
                <a:gd name="connsiteY1" fmla="*/ 0 h 677108"/>
                <a:gd name="connsiteX2" fmla="*/ 7688266 w 7688266"/>
                <a:gd name="connsiteY2" fmla="*/ 677108 h 677108"/>
                <a:gd name="connsiteX3" fmla="*/ 0 w 7688266"/>
                <a:gd name="connsiteY3" fmla="*/ 677108 h 677108"/>
                <a:gd name="connsiteX4" fmla="*/ 0 w 7688266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88266" h="677108" fill="none" extrusionOk="0">
                  <a:moveTo>
                    <a:pt x="0" y="0"/>
                  </a:moveTo>
                  <a:cubicBezTo>
                    <a:pt x="3706939" y="-33775"/>
                    <a:pt x="4660415" y="138873"/>
                    <a:pt x="7688266" y="0"/>
                  </a:cubicBezTo>
                  <a:cubicBezTo>
                    <a:pt x="7748939" y="328363"/>
                    <a:pt x="7678141" y="425253"/>
                    <a:pt x="7688266" y="677108"/>
                  </a:cubicBezTo>
                  <a:cubicBezTo>
                    <a:pt x="6334915" y="539778"/>
                    <a:pt x="2948711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688266" h="677108" stroke="0" extrusionOk="0">
                  <a:moveTo>
                    <a:pt x="0" y="0"/>
                  </a:moveTo>
                  <a:cubicBezTo>
                    <a:pt x="2493490" y="-101487"/>
                    <a:pt x="5529802" y="-162162"/>
                    <a:pt x="7688266" y="0"/>
                  </a:cubicBezTo>
                  <a:cubicBezTo>
                    <a:pt x="7736214" y="271609"/>
                    <a:pt x="7679912" y="574489"/>
                    <a:pt x="7688266" y="677108"/>
                  </a:cubicBezTo>
                  <a:cubicBezTo>
                    <a:pt x="5156502" y="727173"/>
                    <a:pt x="3209190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4B9DDE-ACE5-4E6A-8847-7176C316FBDD}"/>
                </a:ext>
              </a:extLst>
            </p:cNvPr>
            <p:cNvSpPr txBox="1"/>
            <p:nvPr/>
          </p:nvSpPr>
          <p:spPr>
            <a:xfrm>
              <a:off x="3431710" y="3583701"/>
              <a:ext cx="1167552" cy="1631216"/>
            </a:xfrm>
            <a:custGeom>
              <a:avLst/>
              <a:gdLst>
                <a:gd name="connsiteX0" fmla="*/ 0 w 1167552"/>
                <a:gd name="connsiteY0" fmla="*/ 0 h 1631216"/>
                <a:gd name="connsiteX1" fmla="*/ 1167552 w 1167552"/>
                <a:gd name="connsiteY1" fmla="*/ 0 h 1631216"/>
                <a:gd name="connsiteX2" fmla="*/ 1167552 w 1167552"/>
                <a:gd name="connsiteY2" fmla="*/ 1631216 h 1631216"/>
                <a:gd name="connsiteX3" fmla="*/ 0 w 1167552"/>
                <a:gd name="connsiteY3" fmla="*/ 1631216 h 1631216"/>
                <a:gd name="connsiteX4" fmla="*/ 0 w 1167552"/>
                <a:gd name="connsiteY4" fmla="*/ 0 h 163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552" h="1631216" fill="none" extrusionOk="0">
                  <a:moveTo>
                    <a:pt x="0" y="0"/>
                  </a:moveTo>
                  <a:cubicBezTo>
                    <a:pt x="293571" y="-84486"/>
                    <a:pt x="890363" y="-77320"/>
                    <a:pt x="1167552" y="0"/>
                  </a:cubicBezTo>
                  <a:cubicBezTo>
                    <a:pt x="1309370" y="545566"/>
                    <a:pt x="1092686" y="1132678"/>
                    <a:pt x="1167552" y="1631216"/>
                  </a:cubicBezTo>
                  <a:cubicBezTo>
                    <a:pt x="702783" y="1698106"/>
                    <a:pt x="561880" y="1680035"/>
                    <a:pt x="0" y="1631216"/>
                  </a:cubicBezTo>
                  <a:cubicBezTo>
                    <a:pt x="-21044" y="1421233"/>
                    <a:pt x="-12721" y="292695"/>
                    <a:pt x="0" y="0"/>
                  </a:cubicBezTo>
                  <a:close/>
                </a:path>
                <a:path w="1167552" h="1631216" stroke="0" extrusionOk="0">
                  <a:moveTo>
                    <a:pt x="0" y="0"/>
                  </a:moveTo>
                  <a:cubicBezTo>
                    <a:pt x="416283" y="78826"/>
                    <a:pt x="719819" y="24602"/>
                    <a:pt x="1167552" y="0"/>
                  </a:cubicBezTo>
                  <a:cubicBezTo>
                    <a:pt x="1197749" y="305572"/>
                    <a:pt x="1168111" y="1440445"/>
                    <a:pt x="1167552" y="1631216"/>
                  </a:cubicBezTo>
                  <a:cubicBezTo>
                    <a:pt x="586710" y="1680379"/>
                    <a:pt x="202396" y="1694104"/>
                    <a:pt x="0" y="1631216"/>
                  </a:cubicBezTo>
                  <a:cubicBezTo>
                    <a:pt x="-52811" y="1250128"/>
                    <a:pt x="-60343" y="192303"/>
                    <a:pt x="0" y="0"/>
                  </a:cubicBezTo>
                  <a:close/>
                </a:path>
              </a:pathLst>
            </a:custGeom>
            <a:solidFill>
              <a:srgbClr val="D5FFD5"/>
            </a:solidFill>
            <a:ln>
              <a:extLst>
                <a:ext uri="{C807C97D-BFC1-408E-A445-0C87EB9F89A2}">
                  <ask:lineSketchStyleProps xmlns:ask="http://schemas.microsoft.com/office/drawing/2018/sketchyshapes" xmlns="" sd="161725608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outerShdw blurRad="50800" dist="50800" dir="5400000" sx="89000" sy="89000" algn="ctr" rotWithShape="0">
                <a:srgbClr val="D5FFD5">
                  <a:alpha val="55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5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ไปที่แว่นขยาย 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</a:t>
              </a:r>
              <a:r>
                <a:rPr lang="en-US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Preview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FCF712-8676-41FF-8147-22C738BA0FA6}"/>
                </a:ext>
              </a:extLst>
            </p:cNvPr>
            <p:cNvCxnSpPr/>
            <p:nvPr/>
          </p:nvCxnSpPr>
          <p:spPr>
            <a:xfrm>
              <a:off x="4729019" y="3886883"/>
              <a:ext cx="259871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2F8CFD-0141-46FE-BD47-18D1B8DA6BDD}"/>
                </a:ext>
              </a:extLst>
            </p:cNvPr>
            <p:cNvSpPr/>
            <p:nvPr/>
          </p:nvSpPr>
          <p:spPr>
            <a:xfrm>
              <a:off x="907916" y="3765708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59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B25ED50-F321-4266-8D4A-75D35F9B0DAA}"/>
              </a:ext>
            </a:extLst>
          </p:cNvPr>
          <p:cNvGrpSpPr/>
          <p:nvPr/>
        </p:nvGrpSpPr>
        <p:grpSpPr>
          <a:xfrm>
            <a:off x="618022" y="286869"/>
            <a:ext cx="11092872" cy="6284262"/>
            <a:chOff x="797055" y="249926"/>
            <a:chExt cx="10649527" cy="64282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4BFB22-8AC0-4391-9895-59594390B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055" y="1136607"/>
              <a:ext cx="10649527" cy="5541548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A8065AE-92AE-4848-8156-5CCF574C1116}"/>
                </a:ext>
              </a:extLst>
            </p:cNvPr>
            <p:cNvSpPr txBox="1"/>
            <p:nvPr/>
          </p:nvSpPr>
          <p:spPr>
            <a:xfrm>
              <a:off x="2684584" y="249926"/>
              <a:ext cx="7171370" cy="645396"/>
            </a:xfrm>
            <a:custGeom>
              <a:avLst/>
              <a:gdLst>
                <a:gd name="connsiteX0" fmla="*/ 0 w 7171370"/>
                <a:gd name="connsiteY0" fmla="*/ 0 h 645396"/>
                <a:gd name="connsiteX1" fmla="*/ 7171370 w 7171370"/>
                <a:gd name="connsiteY1" fmla="*/ 0 h 645396"/>
                <a:gd name="connsiteX2" fmla="*/ 7171370 w 7171370"/>
                <a:gd name="connsiteY2" fmla="*/ 645396 h 645396"/>
                <a:gd name="connsiteX3" fmla="*/ 0 w 7171370"/>
                <a:gd name="connsiteY3" fmla="*/ 645396 h 645396"/>
                <a:gd name="connsiteX4" fmla="*/ 0 w 7171370"/>
                <a:gd name="connsiteY4" fmla="*/ 0 h 64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370" h="645396" fill="none" extrusionOk="0">
                  <a:moveTo>
                    <a:pt x="0" y="0"/>
                  </a:moveTo>
                  <a:cubicBezTo>
                    <a:pt x="3219245" y="-33775"/>
                    <a:pt x="6178213" y="138873"/>
                    <a:pt x="7171370" y="0"/>
                  </a:cubicBezTo>
                  <a:cubicBezTo>
                    <a:pt x="7149327" y="128802"/>
                    <a:pt x="7199146" y="360931"/>
                    <a:pt x="7171370" y="645396"/>
                  </a:cubicBezTo>
                  <a:cubicBezTo>
                    <a:pt x="4771247" y="508066"/>
                    <a:pt x="2694847" y="507540"/>
                    <a:pt x="0" y="645396"/>
                  </a:cubicBezTo>
                  <a:cubicBezTo>
                    <a:pt x="11515" y="580157"/>
                    <a:pt x="-19755" y="104221"/>
                    <a:pt x="0" y="0"/>
                  </a:cubicBezTo>
                  <a:close/>
                </a:path>
                <a:path w="7171370" h="645396" stroke="0" extrusionOk="0">
                  <a:moveTo>
                    <a:pt x="0" y="0"/>
                  </a:moveTo>
                  <a:cubicBezTo>
                    <a:pt x="3542053" y="-101487"/>
                    <a:pt x="5926650" y="-162162"/>
                    <a:pt x="7171370" y="0"/>
                  </a:cubicBezTo>
                  <a:cubicBezTo>
                    <a:pt x="7226817" y="188716"/>
                    <a:pt x="7217020" y="471856"/>
                    <a:pt x="7171370" y="645396"/>
                  </a:cubicBezTo>
                  <a:cubicBezTo>
                    <a:pt x="3883169" y="695461"/>
                    <a:pt x="2211869" y="486947"/>
                    <a:pt x="0" y="645396"/>
                  </a:cubicBezTo>
                  <a:cubicBezTo>
                    <a:pt x="-20521" y="378987"/>
                    <a:pt x="-18810" y="163783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28FF26-73B4-4F2F-B776-DC4365DC6824}"/>
                </a:ext>
              </a:extLst>
            </p:cNvPr>
            <p:cNvSpPr/>
            <p:nvPr/>
          </p:nvSpPr>
          <p:spPr>
            <a:xfrm>
              <a:off x="1803619" y="5088842"/>
              <a:ext cx="8521375" cy="1366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0AEA43-7D02-4F59-BD56-72626C20B674}"/>
                </a:ext>
              </a:extLst>
            </p:cNvPr>
            <p:cNvSpPr/>
            <p:nvPr/>
          </p:nvSpPr>
          <p:spPr>
            <a:xfrm>
              <a:off x="941278" y="1833417"/>
              <a:ext cx="10207013" cy="27385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EBEDC7-7409-48F0-BF9C-3101B27B428C}"/>
                </a:ext>
              </a:extLst>
            </p:cNvPr>
            <p:cNvSpPr txBox="1"/>
            <p:nvPr/>
          </p:nvSpPr>
          <p:spPr>
            <a:xfrm>
              <a:off x="4536158" y="1888439"/>
              <a:ext cx="3206794" cy="487983"/>
            </a:xfrm>
            <a:prstGeom prst="rect">
              <a:avLst/>
            </a:prstGeom>
            <a:solidFill>
              <a:srgbClr val="FFFFE1"/>
            </a:solidFill>
            <a:ln w="12700">
              <a:solidFill>
                <a:schemeClr val="tx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2500" b="1" i="0" u="none" strike="noStrike" dirty="0">
                  <a:solidFill>
                    <a:srgbClr val="00B050"/>
                  </a:solidFill>
                  <a:effectLst/>
                  <a:latin typeface="Wingdings" panose="05000000000000000000" pitchFamily="2" charset="2"/>
                </a:rPr>
                <a:t>ü</a:t>
              </a:r>
              <a:r>
                <a:rPr lang="th-TH" sz="2500" i="0" u="none" strike="noStrike" dirty="0">
                  <a:solidFill>
                    <a:srgbClr val="00B050"/>
                  </a:solidFill>
                  <a:effectLst/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th-TH" sz="25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ตรวจสอบความถูกต้องใน </a:t>
              </a:r>
              <a:r>
                <a:rPr lang="en-US" sz="25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Detail</a:t>
              </a:r>
              <a:endParaRPr lang="th-TH" sz="2500" dirty="0">
                <a:solidFill>
                  <a:srgbClr val="00B05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5D582D-A398-4507-A4D4-436071CBF9F3}"/>
                </a:ext>
              </a:extLst>
            </p:cNvPr>
            <p:cNvSpPr txBox="1"/>
            <p:nvPr/>
          </p:nvSpPr>
          <p:spPr>
            <a:xfrm>
              <a:off x="4299529" y="4572000"/>
              <a:ext cx="4114724" cy="535207"/>
            </a:xfrm>
            <a:prstGeom prst="rect">
              <a:avLst/>
            </a:prstGeom>
            <a:solidFill>
              <a:srgbClr val="E1FFFF"/>
            </a:solidFill>
            <a:ln w="12700">
              <a:solidFill>
                <a:schemeClr val="tx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ตรวจสอบคู่บัญชีใน </a:t>
              </a:r>
              <a:r>
                <a:rPr lang="en-US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GL </a:t>
              </a:r>
              <a:r>
                <a:rPr lang="th-TH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ว่าถูกต้องหรือไม่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98D89EF-281A-43C9-BE4E-F62FC62F5587}"/>
                </a:ext>
              </a:extLst>
            </p:cNvPr>
            <p:cNvCxnSpPr/>
            <p:nvPr/>
          </p:nvCxnSpPr>
          <p:spPr>
            <a:xfrm>
              <a:off x="4622799" y="4941451"/>
              <a:ext cx="0" cy="738910"/>
            </a:xfrm>
            <a:prstGeom prst="straightConnector1">
              <a:avLst/>
            </a:prstGeom>
            <a:ln w="19050">
              <a:solidFill>
                <a:srgbClr val="FF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3572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2B717B7-344C-4D3D-B63F-B2B02BBE62B5}"/>
              </a:ext>
            </a:extLst>
          </p:cNvPr>
          <p:cNvGrpSpPr/>
          <p:nvPr/>
        </p:nvGrpSpPr>
        <p:grpSpPr>
          <a:xfrm>
            <a:off x="517236" y="323814"/>
            <a:ext cx="11249891" cy="6176137"/>
            <a:chOff x="517236" y="323814"/>
            <a:chExt cx="11249891" cy="617613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3D84EB-CE57-4069-81F4-B7A440628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236" y="1708723"/>
              <a:ext cx="11249891" cy="4791228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5114C94-E244-43AD-90CB-F6B12EE84D12}"/>
                </a:ext>
              </a:extLst>
            </p:cNvPr>
            <p:cNvSpPr txBox="1"/>
            <p:nvPr/>
          </p:nvSpPr>
          <p:spPr>
            <a:xfrm>
              <a:off x="2645099" y="323814"/>
              <a:ext cx="7529139" cy="1169551"/>
            </a:xfrm>
            <a:custGeom>
              <a:avLst/>
              <a:gdLst>
                <a:gd name="connsiteX0" fmla="*/ 0 w 7529139"/>
                <a:gd name="connsiteY0" fmla="*/ 0 h 1169551"/>
                <a:gd name="connsiteX1" fmla="*/ 7529139 w 7529139"/>
                <a:gd name="connsiteY1" fmla="*/ 0 h 1169551"/>
                <a:gd name="connsiteX2" fmla="*/ 7529139 w 7529139"/>
                <a:gd name="connsiteY2" fmla="*/ 1169551 h 1169551"/>
                <a:gd name="connsiteX3" fmla="*/ 0 w 7529139"/>
                <a:gd name="connsiteY3" fmla="*/ 1169551 h 1169551"/>
                <a:gd name="connsiteX4" fmla="*/ 0 w 7529139"/>
                <a:gd name="connsiteY4" fmla="*/ 0 h 116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9139" h="1169551" fill="none" extrusionOk="0">
                  <a:moveTo>
                    <a:pt x="0" y="0"/>
                  </a:moveTo>
                  <a:cubicBezTo>
                    <a:pt x="1744808" y="-33775"/>
                    <a:pt x="4015476" y="138873"/>
                    <a:pt x="7529139" y="0"/>
                  </a:cubicBezTo>
                  <a:cubicBezTo>
                    <a:pt x="7503556" y="131589"/>
                    <a:pt x="7564098" y="968505"/>
                    <a:pt x="7529139" y="1169551"/>
                  </a:cubicBezTo>
                  <a:cubicBezTo>
                    <a:pt x="5832715" y="1032221"/>
                    <a:pt x="3303778" y="1031695"/>
                    <a:pt x="0" y="1169551"/>
                  </a:cubicBezTo>
                  <a:cubicBezTo>
                    <a:pt x="-27334" y="664345"/>
                    <a:pt x="-8434" y="168129"/>
                    <a:pt x="0" y="0"/>
                  </a:cubicBezTo>
                  <a:close/>
                </a:path>
                <a:path w="7529139" h="1169551" stroke="0" extrusionOk="0">
                  <a:moveTo>
                    <a:pt x="0" y="0"/>
                  </a:moveTo>
                  <a:cubicBezTo>
                    <a:pt x="866832" y="-101487"/>
                    <a:pt x="5718617" y="-162162"/>
                    <a:pt x="7529139" y="0"/>
                  </a:cubicBezTo>
                  <a:cubicBezTo>
                    <a:pt x="7513285" y="298082"/>
                    <a:pt x="7598403" y="871946"/>
                    <a:pt x="7529139" y="1169551"/>
                  </a:cubicBezTo>
                  <a:cubicBezTo>
                    <a:pt x="4493750" y="1219616"/>
                    <a:pt x="3085451" y="1011102"/>
                    <a:pt x="0" y="1169551"/>
                  </a:cubicBezTo>
                  <a:cubicBezTo>
                    <a:pt x="50063" y="858815"/>
                    <a:pt x="-27610" y="253897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เมื่อตรวจสอบเรียบร้อยให้ทำการ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EFC7D3-0233-433D-B1DD-B25453BFC111}"/>
                </a:ext>
              </a:extLst>
            </p:cNvPr>
            <p:cNvSpPr/>
            <p:nvPr/>
          </p:nvSpPr>
          <p:spPr>
            <a:xfrm>
              <a:off x="4326719" y="1919499"/>
              <a:ext cx="410401" cy="13466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8DA2F-5ED2-4FA0-8972-6E0CE62D9054}"/>
                </a:ext>
              </a:extLst>
            </p:cNvPr>
            <p:cNvSpPr/>
            <p:nvPr/>
          </p:nvSpPr>
          <p:spPr>
            <a:xfrm>
              <a:off x="4312196" y="2203034"/>
              <a:ext cx="913925" cy="1466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C65AA7-AA7A-4671-94E7-3B7CADDCD7C9}"/>
                </a:ext>
              </a:extLst>
            </p:cNvPr>
            <p:cNvSpPr/>
            <p:nvPr/>
          </p:nvSpPr>
          <p:spPr>
            <a:xfrm>
              <a:off x="6016303" y="2974275"/>
              <a:ext cx="575151" cy="1660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9E9082B-B763-4CA5-A7B2-974F29749EF8}"/>
                </a:ext>
              </a:extLst>
            </p:cNvPr>
            <p:cNvSpPr/>
            <p:nvPr/>
          </p:nvSpPr>
          <p:spPr>
            <a:xfrm>
              <a:off x="7198939" y="2841656"/>
              <a:ext cx="319092" cy="26693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5996B2C-0AFE-43B4-A83E-E8F167E170A0}"/>
                </a:ext>
              </a:extLst>
            </p:cNvPr>
            <p:cNvSpPr/>
            <p:nvPr/>
          </p:nvSpPr>
          <p:spPr>
            <a:xfrm>
              <a:off x="5224837" y="2136243"/>
              <a:ext cx="333472" cy="26693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3F9EDA4-260C-4E2D-9C00-FF8CF8D246BC}"/>
                </a:ext>
              </a:extLst>
            </p:cNvPr>
            <p:cNvSpPr/>
            <p:nvPr/>
          </p:nvSpPr>
          <p:spPr>
            <a:xfrm>
              <a:off x="4770185" y="1844265"/>
              <a:ext cx="319092" cy="266930"/>
            </a:xfrm>
            <a:prstGeom prst="ellipse">
              <a:avLst/>
            </a:prstGeom>
            <a:solidFill>
              <a:srgbClr val="8FE2FF"/>
            </a:solidFill>
            <a:ln>
              <a:solidFill>
                <a:srgbClr val="33CA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18A711-CEF7-453E-865A-E825DE952097}"/>
                </a:ext>
              </a:extLst>
            </p:cNvPr>
            <p:cNvSpPr txBox="1"/>
            <p:nvPr/>
          </p:nvSpPr>
          <p:spPr>
            <a:xfrm>
              <a:off x="3589661" y="4276437"/>
              <a:ext cx="1036103" cy="1631216"/>
            </a:xfrm>
            <a:prstGeom prst="rect">
              <a:avLst/>
            </a:prstGeom>
            <a:solidFill>
              <a:srgbClr val="D5FFD5"/>
            </a:solidFill>
            <a:ln>
              <a:solidFill>
                <a:schemeClr val="tx1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FFCC4238-5071-4A30-97CC-C8E97B49B442}"/>
                </a:ext>
              </a:extLst>
            </p:cNvPr>
            <p:cNvSpPr/>
            <p:nvPr/>
          </p:nvSpPr>
          <p:spPr>
            <a:xfrm>
              <a:off x="4025405" y="4637609"/>
              <a:ext cx="145249" cy="257662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BCAFC8AD-F254-4460-8447-7116B30DBD3B}"/>
                </a:ext>
              </a:extLst>
            </p:cNvPr>
            <p:cNvSpPr/>
            <p:nvPr/>
          </p:nvSpPr>
          <p:spPr>
            <a:xfrm>
              <a:off x="4030246" y="5214880"/>
              <a:ext cx="145249" cy="257662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4F8DF4C-F963-488C-9F76-21D333C1EAD5}"/>
                </a:ext>
              </a:extLst>
            </p:cNvPr>
            <p:cNvSpPr/>
            <p:nvPr/>
          </p:nvSpPr>
          <p:spPr>
            <a:xfrm>
              <a:off x="1007277" y="4095101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924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829455A-3F40-4B18-B9C6-75464CADCA23}"/>
              </a:ext>
            </a:extLst>
          </p:cNvPr>
          <p:cNvGrpSpPr/>
          <p:nvPr/>
        </p:nvGrpSpPr>
        <p:grpSpPr>
          <a:xfrm>
            <a:off x="443346" y="259162"/>
            <a:ext cx="11388437" cy="6259807"/>
            <a:chOff x="480290" y="222218"/>
            <a:chExt cx="11212945" cy="62598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5A73CA-747A-4EEC-98DD-C2F20D96C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290" y="1717964"/>
              <a:ext cx="11212945" cy="4764061"/>
            </a:xfrm>
            <a:prstGeom prst="rect">
              <a:avLst/>
            </a:prstGeom>
            <a:ln w="19050"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065C11-1628-4740-8145-788F2405DF85}"/>
                </a:ext>
              </a:extLst>
            </p:cNvPr>
            <p:cNvSpPr txBox="1"/>
            <p:nvPr/>
          </p:nvSpPr>
          <p:spPr>
            <a:xfrm>
              <a:off x="2606970" y="222218"/>
              <a:ext cx="7466985" cy="1261884"/>
            </a:xfrm>
            <a:custGeom>
              <a:avLst/>
              <a:gdLst>
                <a:gd name="connsiteX0" fmla="*/ 0 w 7466985"/>
                <a:gd name="connsiteY0" fmla="*/ 0 h 1261884"/>
                <a:gd name="connsiteX1" fmla="*/ 7466985 w 7466985"/>
                <a:gd name="connsiteY1" fmla="*/ 0 h 1261884"/>
                <a:gd name="connsiteX2" fmla="*/ 7466985 w 7466985"/>
                <a:gd name="connsiteY2" fmla="*/ 1261884 h 1261884"/>
                <a:gd name="connsiteX3" fmla="*/ 0 w 7466985"/>
                <a:gd name="connsiteY3" fmla="*/ 1261884 h 1261884"/>
                <a:gd name="connsiteX4" fmla="*/ 0 w 7466985"/>
                <a:gd name="connsiteY4" fmla="*/ 0 h 126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6985" h="1261884" fill="none" extrusionOk="0">
                  <a:moveTo>
                    <a:pt x="0" y="0"/>
                  </a:moveTo>
                  <a:cubicBezTo>
                    <a:pt x="1010801" y="-33775"/>
                    <a:pt x="3925508" y="138873"/>
                    <a:pt x="7466985" y="0"/>
                  </a:cubicBezTo>
                  <a:cubicBezTo>
                    <a:pt x="7510723" y="485565"/>
                    <a:pt x="7488117" y="1002608"/>
                    <a:pt x="7466985" y="1261884"/>
                  </a:cubicBezTo>
                  <a:cubicBezTo>
                    <a:pt x="6123799" y="1124554"/>
                    <a:pt x="2663733" y="1124028"/>
                    <a:pt x="0" y="1261884"/>
                  </a:cubicBezTo>
                  <a:cubicBezTo>
                    <a:pt x="108349" y="771779"/>
                    <a:pt x="82895" y="275825"/>
                    <a:pt x="0" y="0"/>
                  </a:cubicBezTo>
                  <a:close/>
                </a:path>
                <a:path w="7466985" h="1261884" stroke="0" extrusionOk="0">
                  <a:moveTo>
                    <a:pt x="0" y="0"/>
                  </a:moveTo>
                  <a:cubicBezTo>
                    <a:pt x="3347818" y="-101487"/>
                    <a:pt x="5272740" y="-162162"/>
                    <a:pt x="7466985" y="0"/>
                  </a:cubicBezTo>
                  <a:cubicBezTo>
                    <a:pt x="7498300" y="529209"/>
                    <a:pt x="7522400" y="721451"/>
                    <a:pt x="7466985" y="1261884"/>
                  </a:cubicBezTo>
                  <a:cubicBezTo>
                    <a:pt x="5371303" y="1311949"/>
                    <a:pt x="2907567" y="1103435"/>
                    <a:pt x="0" y="1261884"/>
                  </a:cubicBezTo>
                  <a:cubicBezTo>
                    <a:pt x="-24767" y="904678"/>
                    <a:pt x="-8306" y="54618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9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  <a:p>
              <a:pPr algn="ctr"/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เมื่อตรวจสอบเรียบร้อยให้ทำการ </a:t>
              </a:r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0FD207-3FB8-4085-81F1-DD861978C893}"/>
                </a:ext>
              </a:extLst>
            </p:cNvPr>
            <p:cNvSpPr/>
            <p:nvPr/>
          </p:nvSpPr>
          <p:spPr>
            <a:xfrm>
              <a:off x="4767286" y="3428999"/>
              <a:ext cx="3482048" cy="11522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318E5C-F5C2-4F85-A5CD-C8B11ED5D8A4}"/>
                </a:ext>
              </a:extLst>
            </p:cNvPr>
            <p:cNvSpPr/>
            <p:nvPr/>
          </p:nvSpPr>
          <p:spPr>
            <a:xfrm>
              <a:off x="5888695" y="4184240"/>
              <a:ext cx="1486741" cy="1291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2814D6-DB27-472F-8AB5-BB2EDCE3E1CD}"/>
                </a:ext>
              </a:extLst>
            </p:cNvPr>
            <p:cNvSpPr/>
            <p:nvPr/>
          </p:nvSpPr>
          <p:spPr>
            <a:xfrm>
              <a:off x="5243510" y="3984707"/>
              <a:ext cx="451354" cy="11623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20DAB7-9AB6-4C45-B387-73F93088DA6F}"/>
                </a:ext>
              </a:extLst>
            </p:cNvPr>
            <p:cNvSpPr txBox="1"/>
            <p:nvPr/>
          </p:nvSpPr>
          <p:spPr>
            <a:xfrm>
              <a:off x="3496000" y="2996075"/>
              <a:ext cx="1139116" cy="2354491"/>
            </a:xfrm>
            <a:custGeom>
              <a:avLst/>
              <a:gdLst>
                <a:gd name="connsiteX0" fmla="*/ 0 w 1139116"/>
                <a:gd name="connsiteY0" fmla="*/ 0 h 2354491"/>
                <a:gd name="connsiteX1" fmla="*/ 1139116 w 1139116"/>
                <a:gd name="connsiteY1" fmla="*/ 0 h 2354491"/>
                <a:gd name="connsiteX2" fmla="*/ 1139116 w 1139116"/>
                <a:gd name="connsiteY2" fmla="*/ 2354491 h 2354491"/>
                <a:gd name="connsiteX3" fmla="*/ 0 w 1139116"/>
                <a:gd name="connsiteY3" fmla="*/ 2354491 h 2354491"/>
                <a:gd name="connsiteX4" fmla="*/ 0 w 1139116"/>
                <a:gd name="connsiteY4" fmla="*/ 0 h 235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116" h="2354491" fill="none" extrusionOk="0">
                  <a:moveTo>
                    <a:pt x="0" y="0"/>
                  </a:moveTo>
                  <a:cubicBezTo>
                    <a:pt x="481578" y="3294"/>
                    <a:pt x="791083" y="-7820"/>
                    <a:pt x="1139116" y="0"/>
                  </a:cubicBezTo>
                  <a:cubicBezTo>
                    <a:pt x="1065345" y="564255"/>
                    <a:pt x="983233" y="1304277"/>
                    <a:pt x="1139116" y="2354491"/>
                  </a:cubicBezTo>
                  <a:cubicBezTo>
                    <a:pt x="921670" y="2447043"/>
                    <a:pt x="313901" y="2327003"/>
                    <a:pt x="0" y="2354491"/>
                  </a:cubicBezTo>
                  <a:cubicBezTo>
                    <a:pt x="152408" y="1568618"/>
                    <a:pt x="73868" y="1043567"/>
                    <a:pt x="0" y="0"/>
                  </a:cubicBezTo>
                  <a:close/>
                </a:path>
                <a:path w="1139116" h="2354491" stroke="0" extrusionOk="0">
                  <a:moveTo>
                    <a:pt x="0" y="0"/>
                  </a:moveTo>
                  <a:cubicBezTo>
                    <a:pt x="525510" y="1612"/>
                    <a:pt x="709506" y="46945"/>
                    <a:pt x="1139116" y="0"/>
                  </a:cubicBezTo>
                  <a:cubicBezTo>
                    <a:pt x="1199829" y="775769"/>
                    <a:pt x="1078044" y="1208221"/>
                    <a:pt x="1139116" y="2354491"/>
                  </a:cubicBezTo>
                  <a:cubicBezTo>
                    <a:pt x="992680" y="2422579"/>
                    <a:pt x="116688" y="2442137"/>
                    <a:pt x="0" y="2354491"/>
                  </a:cubicBezTo>
                  <a:cubicBezTo>
                    <a:pt x="-24452" y="1615234"/>
                    <a:pt x="-67663" y="784103"/>
                    <a:pt x="0" y="0"/>
                  </a:cubicBezTo>
                  <a:close/>
                </a:path>
              </a:pathLst>
            </a:custGeom>
            <a:solidFill>
              <a:srgbClr val="B7ECFF"/>
            </a:solidFill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เมื่อกด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จะขึ้นหน้าจอ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 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ที่จะ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21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แล้วกด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Submit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18F7-2D78-41EE-9A88-181C9DCF6128}"/>
                </a:ext>
              </a:extLst>
            </p:cNvPr>
            <p:cNvCxnSpPr/>
            <p:nvPr/>
          </p:nvCxnSpPr>
          <p:spPr>
            <a:xfrm>
              <a:off x="4433455" y="4313381"/>
              <a:ext cx="738909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17B69E-0513-40C7-BFB0-F1E99520C906}"/>
                </a:ext>
              </a:extLst>
            </p:cNvPr>
            <p:cNvSpPr/>
            <p:nvPr/>
          </p:nvSpPr>
          <p:spPr>
            <a:xfrm>
              <a:off x="998041" y="4021213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96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6EFE07-F830-4BD0-8D75-E907827D0426}"/>
              </a:ext>
            </a:extLst>
          </p:cNvPr>
          <p:cNvGrpSpPr/>
          <p:nvPr/>
        </p:nvGrpSpPr>
        <p:grpSpPr>
          <a:xfrm>
            <a:off x="507999" y="232535"/>
            <a:ext cx="11194473" cy="6269865"/>
            <a:chOff x="507999" y="232535"/>
            <a:chExt cx="11194473" cy="62698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704B1E-6E30-4EDA-8EAE-061746DD8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999" y="1013438"/>
              <a:ext cx="11194473" cy="5488962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A9030E-16BC-497E-9743-38DA1910A2D1}"/>
                </a:ext>
              </a:extLst>
            </p:cNvPr>
            <p:cNvSpPr txBox="1"/>
            <p:nvPr/>
          </p:nvSpPr>
          <p:spPr>
            <a:xfrm>
              <a:off x="748144" y="232535"/>
              <a:ext cx="10714185" cy="523220"/>
            </a:xfrm>
            <a:custGeom>
              <a:avLst/>
              <a:gdLst>
                <a:gd name="connsiteX0" fmla="*/ 0 w 10714185"/>
                <a:gd name="connsiteY0" fmla="*/ 0 h 523220"/>
                <a:gd name="connsiteX1" fmla="*/ 10714185 w 10714185"/>
                <a:gd name="connsiteY1" fmla="*/ 0 h 523220"/>
                <a:gd name="connsiteX2" fmla="*/ 10714185 w 10714185"/>
                <a:gd name="connsiteY2" fmla="*/ 523220 h 523220"/>
                <a:gd name="connsiteX3" fmla="*/ 0 w 10714185"/>
                <a:gd name="connsiteY3" fmla="*/ 523220 h 523220"/>
                <a:gd name="connsiteX4" fmla="*/ 0 w 10714185"/>
                <a:gd name="connsiteY4" fmla="*/ 0 h 52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4185" h="523220" extrusionOk="0">
                  <a:moveTo>
                    <a:pt x="0" y="0"/>
                  </a:moveTo>
                  <a:cubicBezTo>
                    <a:pt x="3799419" y="138291"/>
                    <a:pt x="5760870" y="84913"/>
                    <a:pt x="10714185" y="0"/>
                  </a:cubicBezTo>
                  <a:cubicBezTo>
                    <a:pt x="10756064" y="78431"/>
                    <a:pt x="10679527" y="280940"/>
                    <a:pt x="10714185" y="523220"/>
                  </a:cubicBezTo>
                  <a:cubicBezTo>
                    <a:pt x="7848263" y="492593"/>
                    <a:pt x="1652800" y="385020"/>
                    <a:pt x="0" y="523220"/>
                  </a:cubicBezTo>
                  <a:cubicBezTo>
                    <a:pt x="-39066" y="385996"/>
                    <a:pt x="-8203" y="136374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2028727394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เมื่อทำการ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ให้ไปตรวจสอบที่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Menu AP Invoice Tracker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ว่าขึ้นสถานะ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Posted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หรือยัง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D4A659-5F0E-4C1C-9D65-FC5F79DED370}"/>
                </a:ext>
              </a:extLst>
            </p:cNvPr>
            <p:cNvSpPr/>
            <p:nvPr/>
          </p:nvSpPr>
          <p:spPr>
            <a:xfrm>
              <a:off x="8423564" y="2503055"/>
              <a:ext cx="738909" cy="26785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509F6C-D1C3-4A8E-BDA7-554B2644BECA}"/>
                </a:ext>
              </a:extLst>
            </p:cNvPr>
            <p:cNvSpPr/>
            <p:nvPr/>
          </p:nvSpPr>
          <p:spPr>
            <a:xfrm>
              <a:off x="1051760" y="2267689"/>
              <a:ext cx="2171732" cy="7064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AE5ED0-7061-46D0-844B-D4CA885B8204}"/>
                </a:ext>
              </a:extLst>
            </p:cNvPr>
            <p:cNvSpPr txBox="1"/>
            <p:nvPr/>
          </p:nvSpPr>
          <p:spPr>
            <a:xfrm>
              <a:off x="7472221" y="1950663"/>
              <a:ext cx="2438398" cy="477054"/>
            </a:xfrm>
            <a:custGeom>
              <a:avLst/>
              <a:gdLst>
                <a:gd name="connsiteX0" fmla="*/ 0 w 2438398"/>
                <a:gd name="connsiteY0" fmla="*/ 0 h 477054"/>
                <a:gd name="connsiteX1" fmla="*/ 2438398 w 2438398"/>
                <a:gd name="connsiteY1" fmla="*/ 0 h 477054"/>
                <a:gd name="connsiteX2" fmla="*/ 2438398 w 2438398"/>
                <a:gd name="connsiteY2" fmla="*/ 477054 h 477054"/>
                <a:gd name="connsiteX3" fmla="*/ 0 w 2438398"/>
                <a:gd name="connsiteY3" fmla="*/ 477054 h 477054"/>
                <a:gd name="connsiteX4" fmla="*/ 0 w 2438398"/>
                <a:gd name="connsiteY4" fmla="*/ 0 h 477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8398" h="477054" fill="none" extrusionOk="0">
                  <a:moveTo>
                    <a:pt x="0" y="0"/>
                  </a:moveTo>
                  <a:cubicBezTo>
                    <a:pt x="621488" y="39544"/>
                    <a:pt x="2149426" y="-84581"/>
                    <a:pt x="2438398" y="0"/>
                  </a:cubicBezTo>
                  <a:cubicBezTo>
                    <a:pt x="2439520" y="78362"/>
                    <a:pt x="2457891" y="300923"/>
                    <a:pt x="2438398" y="477054"/>
                  </a:cubicBezTo>
                  <a:cubicBezTo>
                    <a:pt x="1866616" y="602187"/>
                    <a:pt x="550895" y="344419"/>
                    <a:pt x="0" y="477054"/>
                  </a:cubicBezTo>
                  <a:cubicBezTo>
                    <a:pt x="-8765" y="383319"/>
                    <a:pt x="14242" y="216976"/>
                    <a:pt x="0" y="0"/>
                  </a:cubicBezTo>
                  <a:close/>
                </a:path>
                <a:path w="2438398" h="477054" stroke="0" extrusionOk="0">
                  <a:moveTo>
                    <a:pt x="0" y="0"/>
                  </a:moveTo>
                  <a:cubicBezTo>
                    <a:pt x="1182083" y="-120257"/>
                    <a:pt x="1338640" y="20746"/>
                    <a:pt x="2438398" y="0"/>
                  </a:cubicBezTo>
                  <a:cubicBezTo>
                    <a:pt x="2472082" y="149198"/>
                    <a:pt x="2421061" y="309125"/>
                    <a:pt x="2438398" y="477054"/>
                  </a:cubicBezTo>
                  <a:cubicBezTo>
                    <a:pt x="1306064" y="540062"/>
                    <a:pt x="1058447" y="409314"/>
                    <a:pt x="0" y="477054"/>
                  </a:cubicBezTo>
                  <a:cubicBezTo>
                    <a:pt x="-26179" y="397253"/>
                    <a:pt x="41871" y="125357"/>
                    <a:pt x="0" y="0"/>
                  </a:cubicBezTo>
                  <a:close/>
                </a:path>
              </a:pathLst>
            </a:custGeom>
            <a:solidFill>
              <a:srgbClr val="D6FFC1"/>
            </a:solidFill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230448476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ขึ้นสถานะ </a:t>
              </a:r>
              <a:r>
                <a:rPr lang="en-US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Posted 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3232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EBEA096-DB6D-42BD-BE75-7C42DB18886C}"/>
              </a:ext>
            </a:extLst>
          </p:cNvPr>
          <p:cNvGrpSpPr/>
          <p:nvPr/>
        </p:nvGrpSpPr>
        <p:grpSpPr>
          <a:xfrm>
            <a:off x="526475" y="242049"/>
            <a:ext cx="11286836" cy="6303270"/>
            <a:chOff x="526475" y="242049"/>
            <a:chExt cx="11286836" cy="6303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EB09D4-43E3-4D9F-9DF9-BDA6EE71E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475" y="1138519"/>
              <a:ext cx="11286836" cy="5406800"/>
            </a:xfrm>
            <a:prstGeom prst="rect">
              <a:avLst/>
            </a:prstGeom>
            <a:ln w="19050"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D9816D-14DD-4B5B-8798-6BBEC7A57B7A}"/>
                </a:ext>
              </a:extLst>
            </p:cNvPr>
            <p:cNvSpPr/>
            <p:nvPr/>
          </p:nvSpPr>
          <p:spPr>
            <a:xfrm>
              <a:off x="4837629" y="2187390"/>
              <a:ext cx="465040" cy="1654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F8E0DD-D0D5-4ED0-8529-BA1F097FE8F2}"/>
                </a:ext>
              </a:extLst>
            </p:cNvPr>
            <p:cNvSpPr/>
            <p:nvPr/>
          </p:nvSpPr>
          <p:spPr>
            <a:xfrm>
              <a:off x="4264041" y="2397651"/>
              <a:ext cx="1214403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3D619D-A618-40B0-8DA4-AC8FBB0FDB57}"/>
                </a:ext>
              </a:extLst>
            </p:cNvPr>
            <p:cNvSpPr/>
            <p:nvPr/>
          </p:nvSpPr>
          <p:spPr>
            <a:xfrm>
              <a:off x="6009041" y="3258940"/>
              <a:ext cx="3147314" cy="9188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2926BC-36F4-4519-AB7D-23750977F87E}"/>
                </a:ext>
              </a:extLst>
            </p:cNvPr>
            <p:cNvSpPr txBox="1"/>
            <p:nvPr/>
          </p:nvSpPr>
          <p:spPr>
            <a:xfrm>
              <a:off x="1385456" y="242049"/>
              <a:ext cx="9467272" cy="677108"/>
            </a:xfrm>
            <a:custGeom>
              <a:avLst/>
              <a:gdLst>
                <a:gd name="connsiteX0" fmla="*/ 0 w 9467272"/>
                <a:gd name="connsiteY0" fmla="*/ 0 h 677108"/>
                <a:gd name="connsiteX1" fmla="*/ 9467272 w 9467272"/>
                <a:gd name="connsiteY1" fmla="*/ 0 h 677108"/>
                <a:gd name="connsiteX2" fmla="*/ 9467272 w 9467272"/>
                <a:gd name="connsiteY2" fmla="*/ 677108 h 677108"/>
                <a:gd name="connsiteX3" fmla="*/ 0 w 9467272"/>
                <a:gd name="connsiteY3" fmla="*/ 677108 h 677108"/>
                <a:gd name="connsiteX4" fmla="*/ 0 w 9467272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7272" h="677108" fill="none" extrusionOk="0">
                  <a:moveTo>
                    <a:pt x="0" y="0"/>
                  </a:moveTo>
                  <a:cubicBezTo>
                    <a:pt x="1197318" y="-33775"/>
                    <a:pt x="7035767" y="138873"/>
                    <a:pt x="9467272" y="0"/>
                  </a:cubicBezTo>
                  <a:cubicBezTo>
                    <a:pt x="9527945" y="328363"/>
                    <a:pt x="9457147" y="425253"/>
                    <a:pt x="9467272" y="677108"/>
                  </a:cubicBezTo>
                  <a:cubicBezTo>
                    <a:pt x="4936765" y="539778"/>
                    <a:pt x="2576547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9467272" h="677108" stroke="0" extrusionOk="0">
                  <a:moveTo>
                    <a:pt x="0" y="0"/>
                  </a:moveTo>
                  <a:cubicBezTo>
                    <a:pt x="2420976" y="-101487"/>
                    <a:pt x="8368991" y="-162162"/>
                    <a:pt x="9467272" y="0"/>
                  </a:cubicBezTo>
                  <a:cubicBezTo>
                    <a:pt x="9515220" y="271609"/>
                    <a:pt x="9458918" y="574489"/>
                    <a:pt x="9467272" y="677108"/>
                  </a:cubicBezTo>
                  <a:cubicBezTo>
                    <a:pt x="5066445" y="727173"/>
                    <a:pt x="3916221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1E115BB-411D-4BE5-841B-BF5FD3C35433}"/>
                </a:ext>
              </a:extLst>
            </p:cNvPr>
            <p:cNvSpPr txBox="1"/>
            <p:nvPr/>
          </p:nvSpPr>
          <p:spPr>
            <a:xfrm>
              <a:off x="5217718" y="4814767"/>
              <a:ext cx="3891264" cy="1369606"/>
            </a:xfrm>
            <a:custGeom>
              <a:avLst/>
              <a:gdLst>
                <a:gd name="connsiteX0" fmla="*/ 0 w 3891264"/>
                <a:gd name="connsiteY0" fmla="*/ 0 h 1369606"/>
                <a:gd name="connsiteX1" fmla="*/ 570719 w 3891264"/>
                <a:gd name="connsiteY1" fmla="*/ 0 h 1369606"/>
                <a:gd name="connsiteX2" fmla="*/ 1102525 w 3891264"/>
                <a:gd name="connsiteY2" fmla="*/ 0 h 1369606"/>
                <a:gd name="connsiteX3" fmla="*/ 1634331 w 3891264"/>
                <a:gd name="connsiteY3" fmla="*/ 0 h 1369606"/>
                <a:gd name="connsiteX4" fmla="*/ 2205050 w 3891264"/>
                <a:gd name="connsiteY4" fmla="*/ 0 h 1369606"/>
                <a:gd name="connsiteX5" fmla="*/ 2892506 w 3891264"/>
                <a:gd name="connsiteY5" fmla="*/ 0 h 1369606"/>
                <a:gd name="connsiteX6" fmla="*/ 3891264 w 3891264"/>
                <a:gd name="connsiteY6" fmla="*/ 0 h 1369606"/>
                <a:gd name="connsiteX7" fmla="*/ 3891264 w 3891264"/>
                <a:gd name="connsiteY7" fmla="*/ 684803 h 1369606"/>
                <a:gd name="connsiteX8" fmla="*/ 3891264 w 3891264"/>
                <a:gd name="connsiteY8" fmla="*/ 1369606 h 1369606"/>
                <a:gd name="connsiteX9" fmla="*/ 3242720 w 3891264"/>
                <a:gd name="connsiteY9" fmla="*/ 1369606 h 1369606"/>
                <a:gd name="connsiteX10" fmla="*/ 2633089 w 3891264"/>
                <a:gd name="connsiteY10" fmla="*/ 1369606 h 1369606"/>
                <a:gd name="connsiteX11" fmla="*/ 2023457 w 3891264"/>
                <a:gd name="connsiteY11" fmla="*/ 1369606 h 1369606"/>
                <a:gd name="connsiteX12" fmla="*/ 1297088 w 3891264"/>
                <a:gd name="connsiteY12" fmla="*/ 1369606 h 1369606"/>
                <a:gd name="connsiteX13" fmla="*/ 726369 w 3891264"/>
                <a:gd name="connsiteY13" fmla="*/ 1369606 h 1369606"/>
                <a:gd name="connsiteX14" fmla="*/ 0 w 3891264"/>
                <a:gd name="connsiteY14" fmla="*/ 1369606 h 1369606"/>
                <a:gd name="connsiteX15" fmla="*/ 0 w 3891264"/>
                <a:gd name="connsiteY15" fmla="*/ 712195 h 1369606"/>
                <a:gd name="connsiteX16" fmla="*/ 0 w 3891264"/>
                <a:gd name="connsiteY16" fmla="*/ 0 h 136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91264" h="1369606" fill="none" extrusionOk="0">
                  <a:moveTo>
                    <a:pt x="0" y="0"/>
                  </a:moveTo>
                  <a:cubicBezTo>
                    <a:pt x="165218" y="7163"/>
                    <a:pt x="408492" y="-11295"/>
                    <a:pt x="570719" y="0"/>
                  </a:cubicBezTo>
                  <a:cubicBezTo>
                    <a:pt x="732946" y="11295"/>
                    <a:pt x="871343" y="-26489"/>
                    <a:pt x="1102525" y="0"/>
                  </a:cubicBezTo>
                  <a:cubicBezTo>
                    <a:pt x="1333707" y="26489"/>
                    <a:pt x="1468535" y="21367"/>
                    <a:pt x="1634331" y="0"/>
                  </a:cubicBezTo>
                  <a:cubicBezTo>
                    <a:pt x="1800127" y="-21367"/>
                    <a:pt x="1930263" y="25058"/>
                    <a:pt x="2205050" y="0"/>
                  </a:cubicBezTo>
                  <a:cubicBezTo>
                    <a:pt x="2479837" y="-25058"/>
                    <a:pt x="2717802" y="20049"/>
                    <a:pt x="2892506" y="0"/>
                  </a:cubicBezTo>
                  <a:cubicBezTo>
                    <a:pt x="3067210" y="-20049"/>
                    <a:pt x="3402528" y="-13894"/>
                    <a:pt x="3891264" y="0"/>
                  </a:cubicBezTo>
                  <a:cubicBezTo>
                    <a:pt x="3888224" y="208976"/>
                    <a:pt x="3913245" y="409079"/>
                    <a:pt x="3891264" y="684803"/>
                  </a:cubicBezTo>
                  <a:cubicBezTo>
                    <a:pt x="3869283" y="960527"/>
                    <a:pt x="3887360" y="1181808"/>
                    <a:pt x="3891264" y="1369606"/>
                  </a:cubicBezTo>
                  <a:cubicBezTo>
                    <a:pt x="3637589" y="1371372"/>
                    <a:pt x="3437692" y="1373042"/>
                    <a:pt x="3242720" y="1369606"/>
                  </a:cubicBezTo>
                  <a:cubicBezTo>
                    <a:pt x="3047748" y="1366170"/>
                    <a:pt x="2852502" y="1344367"/>
                    <a:pt x="2633089" y="1369606"/>
                  </a:cubicBezTo>
                  <a:cubicBezTo>
                    <a:pt x="2413676" y="1394845"/>
                    <a:pt x="2319176" y="1345894"/>
                    <a:pt x="2023457" y="1369606"/>
                  </a:cubicBezTo>
                  <a:cubicBezTo>
                    <a:pt x="1727738" y="1393318"/>
                    <a:pt x="1658572" y="1384445"/>
                    <a:pt x="1297088" y="1369606"/>
                  </a:cubicBezTo>
                  <a:cubicBezTo>
                    <a:pt x="935604" y="1354767"/>
                    <a:pt x="995305" y="1351413"/>
                    <a:pt x="726369" y="1369606"/>
                  </a:cubicBezTo>
                  <a:cubicBezTo>
                    <a:pt x="457433" y="1387799"/>
                    <a:pt x="290606" y="1380576"/>
                    <a:pt x="0" y="1369606"/>
                  </a:cubicBezTo>
                  <a:cubicBezTo>
                    <a:pt x="-24500" y="1226814"/>
                    <a:pt x="-13802" y="918803"/>
                    <a:pt x="0" y="712195"/>
                  </a:cubicBezTo>
                  <a:cubicBezTo>
                    <a:pt x="13802" y="505587"/>
                    <a:pt x="10524" y="194359"/>
                    <a:pt x="0" y="0"/>
                  </a:cubicBezTo>
                  <a:close/>
                </a:path>
                <a:path w="3891264" h="1369606" stroke="0" extrusionOk="0">
                  <a:moveTo>
                    <a:pt x="0" y="0"/>
                  </a:moveTo>
                  <a:cubicBezTo>
                    <a:pt x="193518" y="-17053"/>
                    <a:pt x="420146" y="11347"/>
                    <a:pt x="531806" y="0"/>
                  </a:cubicBezTo>
                  <a:cubicBezTo>
                    <a:pt x="643466" y="-11347"/>
                    <a:pt x="889077" y="-10985"/>
                    <a:pt x="1180350" y="0"/>
                  </a:cubicBezTo>
                  <a:cubicBezTo>
                    <a:pt x="1471623" y="10985"/>
                    <a:pt x="1454878" y="4027"/>
                    <a:pt x="1712156" y="0"/>
                  </a:cubicBezTo>
                  <a:cubicBezTo>
                    <a:pt x="1969434" y="-4027"/>
                    <a:pt x="2134235" y="-898"/>
                    <a:pt x="2399613" y="0"/>
                  </a:cubicBezTo>
                  <a:cubicBezTo>
                    <a:pt x="2664991" y="898"/>
                    <a:pt x="2900266" y="3704"/>
                    <a:pt x="3087069" y="0"/>
                  </a:cubicBezTo>
                  <a:cubicBezTo>
                    <a:pt x="3273872" y="-3704"/>
                    <a:pt x="3575521" y="-4195"/>
                    <a:pt x="3891264" y="0"/>
                  </a:cubicBezTo>
                  <a:cubicBezTo>
                    <a:pt x="3859704" y="154509"/>
                    <a:pt x="3903849" y="451440"/>
                    <a:pt x="3891264" y="643715"/>
                  </a:cubicBezTo>
                  <a:cubicBezTo>
                    <a:pt x="3878679" y="835991"/>
                    <a:pt x="3922022" y="1009913"/>
                    <a:pt x="3891264" y="1369606"/>
                  </a:cubicBezTo>
                  <a:cubicBezTo>
                    <a:pt x="3600058" y="1390917"/>
                    <a:pt x="3581365" y="1386797"/>
                    <a:pt x="3281633" y="1369606"/>
                  </a:cubicBezTo>
                  <a:cubicBezTo>
                    <a:pt x="2981901" y="1352415"/>
                    <a:pt x="2809215" y="1348536"/>
                    <a:pt x="2633089" y="1369606"/>
                  </a:cubicBezTo>
                  <a:cubicBezTo>
                    <a:pt x="2456963" y="1390676"/>
                    <a:pt x="2208466" y="1392746"/>
                    <a:pt x="2101283" y="1369606"/>
                  </a:cubicBezTo>
                  <a:cubicBezTo>
                    <a:pt x="1994100" y="1346466"/>
                    <a:pt x="1759851" y="1397552"/>
                    <a:pt x="1491651" y="1369606"/>
                  </a:cubicBezTo>
                  <a:cubicBezTo>
                    <a:pt x="1223451" y="1341660"/>
                    <a:pt x="955898" y="1346672"/>
                    <a:pt x="804195" y="1369606"/>
                  </a:cubicBezTo>
                  <a:cubicBezTo>
                    <a:pt x="652492" y="1392540"/>
                    <a:pt x="388261" y="1390758"/>
                    <a:pt x="0" y="1369606"/>
                  </a:cubicBezTo>
                  <a:cubicBezTo>
                    <a:pt x="-12913" y="1184284"/>
                    <a:pt x="13311" y="959695"/>
                    <a:pt x="0" y="657411"/>
                  </a:cubicBezTo>
                  <a:cubicBezTo>
                    <a:pt x="-13311" y="355128"/>
                    <a:pt x="-23898" y="275526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311206670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Filter / Invoice </a:t>
              </a:r>
              <a:r>
                <a:rPr lang="th-TH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เลือกค้นหาได้จาก</a:t>
              </a: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Due Date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</a:t>
              </a:r>
              <a:endParaRPr lang="en-US" sz="2000" dirty="0">
                <a:solidFill>
                  <a:schemeClr val="accent2">
                    <a:lumMod val="50000"/>
                  </a:schemeClr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Date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 </a:t>
              </a: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Number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เลขที่ </a:t>
              </a: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500DA1-AC4E-4407-9126-CE028E46D321}"/>
                </a:ext>
              </a:extLst>
            </p:cNvPr>
            <p:cNvSpPr/>
            <p:nvPr/>
          </p:nvSpPr>
          <p:spPr>
            <a:xfrm>
              <a:off x="4709214" y="1916821"/>
              <a:ext cx="343264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35733A-F3C6-4D60-96F3-06BB5DF6788C}"/>
                </a:ext>
              </a:extLst>
            </p:cNvPr>
            <p:cNvSpPr/>
            <p:nvPr/>
          </p:nvSpPr>
          <p:spPr>
            <a:xfrm>
              <a:off x="1253094" y="5076149"/>
              <a:ext cx="2719527" cy="7071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E973A11-FEC0-4591-A5CA-75AFEFA54AE3}"/>
                </a:ext>
              </a:extLst>
            </p:cNvPr>
            <p:cNvCxnSpPr>
              <a:cxnSpLocks/>
            </p:cNvCxnSpPr>
            <p:nvPr/>
          </p:nvCxnSpPr>
          <p:spPr>
            <a:xfrm>
              <a:off x="4113472" y="5477164"/>
              <a:ext cx="1051686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AA1F2D-0976-4BF6-8A68-0A9CA3FFDCD1}"/>
                </a:ext>
              </a:extLst>
            </p:cNvPr>
            <p:cNvSpPr/>
            <p:nvPr/>
          </p:nvSpPr>
          <p:spPr>
            <a:xfrm>
              <a:off x="10185268" y="3272662"/>
              <a:ext cx="980129" cy="1563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97A6AF-D35F-4468-95C4-C3E768DA31A4}"/>
                </a:ext>
              </a:extLst>
            </p:cNvPr>
            <p:cNvSpPr/>
            <p:nvPr/>
          </p:nvSpPr>
          <p:spPr>
            <a:xfrm>
              <a:off x="7208761" y="3868905"/>
              <a:ext cx="980129" cy="1563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7EF1A4-22FC-4AB1-87F0-3E17D87DE9FB}"/>
                </a:ext>
              </a:extLst>
            </p:cNvPr>
            <p:cNvSpPr txBox="1"/>
            <p:nvPr/>
          </p:nvSpPr>
          <p:spPr>
            <a:xfrm>
              <a:off x="9496177" y="4803454"/>
              <a:ext cx="1755939" cy="1354217"/>
            </a:xfrm>
            <a:custGeom>
              <a:avLst/>
              <a:gdLst>
                <a:gd name="connsiteX0" fmla="*/ 0 w 1755939"/>
                <a:gd name="connsiteY0" fmla="*/ 0 h 1354217"/>
                <a:gd name="connsiteX1" fmla="*/ 1755939 w 1755939"/>
                <a:gd name="connsiteY1" fmla="*/ 0 h 1354217"/>
                <a:gd name="connsiteX2" fmla="*/ 1755939 w 1755939"/>
                <a:gd name="connsiteY2" fmla="*/ 1354217 h 1354217"/>
                <a:gd name="connsiteX3" fmla="*/ 0 w 1755939"/>
                <a:gd name="connsiteY3" fmla="*/ 1354217 h 1354217"/>
                <a:gd name="connsiteX4" fmla="*/ 0 w 1755939"/>
                <a:gd name="connsiteY4" fmla="*/ 0 h 135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5939" h="1354217" fill="none" extrusionOk="0">
                  <a:moveTo>
                    <a:pt x="0" y="0"/>
                  </a:moveTo>
                  <a:cubicBezTo>
                    <a:pt x="439110" y="-86816"/>
                    <a:pt x="977463" y="-113120"/>
                    <a:pt x="1755939" y="0"/>
                  </a:cubicBezTo>
                  <a:cubicBezTo>
                    <a:pt x="1820066" y="156217"/>
                    <a:pt x="1644251" y="1027670"/>
                    <a:pt x="1755939" y="1354217"/>
                  </a:cubicBezTo>
                  <a:cubicBezTo>
                    <a:pt x="889428" y="1301909"/>
                    <a:pt x="783735" y="1426508"/>
                    <a:pt x="0" y="1354217"/>
                  </a:cubicBezTo>
                  <a:cubicBezTo>
                    <a:pt x="-32336" y="1100310"/>
                    <a:pt x="-3125" y="451811"/>
                    <a:pt x="0" y="0"/>
                  </a:cubicBezTo>
                  <a:close/>
                </a:path>
                <a:path w="1755939" h="1354217" stroke="0" extrusionOk="0">
                  <a:moveTo>
                    <a:pt x="0" y="0"/>
                  </a:moveTo>
                  <a:cubicBezTo>
                    <a:pt x="322946" y="122218"/>
                    <a:pt x="1258897" y="-51600"/>
                    <a:pt x="1755939" y="0"/>
                  </a:cubicBezTo>
                  <a:cubicBezTo>
                    <a:pt x="1810021" y="570334"/>
                    <a:pt x="1831292" y="907441"/>
                    <a:pt x="1755939" y="1354217"/>
                  </a:cubicBezTo>
                  <a:cubicBezTo>
                    <a:pt x="1579008" y="1286373"/>
                    <a:pt x="331684" y="1426306"/>
                    <a:pt x="0" y="1354217"/>
                  </a:cubicBezTo>
                  <a:cubicBezTo>
                    <a:pt x="40856" y="949808"/>
                    <a:pt x="-48954" y="142214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65021699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เมื่อเลือกวิธีการค้นหาได้แล้วให้กด </a:t>
              </a:r>
              <a:r>
                <a:rPr lang="en-US" sz="3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Search</a:t>
              </a:r>
              <a:endParaRPr lang="th-TH" sz="32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0B75326-6023-46EC-84DC-56472CE15F43}"/>
                </a:ext>
              </a:extLst>
            </p:cNvPr>
            <p:cNvCxnSpPr>
              <a:cxnSpLocks/>
            </p:cNvCxnSpPr>
            <p:nvPr/>
          </p:nvCxnSpPr>
          <p:spPr>
            <a:xfrm>
              <a:off x="9817965" y="3350831"/>
              <a:ext cx="367304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CEFDFC8-C92E-430E-9F33-08EAFDD420FA}"/>
                </a:ext>
              </a:extLst>
            </p:cNvPr>
            <p:cNvCxnSpPr/>
            <p:nvPr/>
          </p:nvCxnSpPr>
          <p:spPr>
            <a:xfrm>
              <a:off x="9817965" y="3350831"/>
              <a:ext cx="0" cy="1463936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63CCED2-3B97-4668-BF94-02767380C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0062" y="4043173"/>
              <a:ext cx="0" cy="761912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207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62736C-9EA4-4CD0-AA27-E2010143B250}"/>
              </a:ext>
            </a:extLst>
          </p:cNvPr>
          <p:cNvCxnSpPr/>
          <p:nvPr/>
        </p:nvCxnSpPr>
        <p:spPr>
          <a:xfrm>
            <a:off x="6454587" y="4014554"/>
            <a:ext cx="0" cy="1364269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5D5217-A33A-43B7-80AA-55D5A70054E4}"/>
              </a:ext>
            </a:extLst>
          </p:cNvPr>
          <p:cNvGrpSpPr/>
          <p:nvPr/>
        </p:nvGrpSpPr>
        <p:grpSpPr>
          <a:xfrm>
            <a:off x="475129" y="303716"/>
            <a:ext cx="11310471" cy="6235629"/>
            <a:chOff x="475129" y="303716"/>
            <a:chExt cx="11310471" cy="623562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D113B1-9D98-4FD4-B790-A9E0E4920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129" y="1285336"/>
              <a:ext cx="11310471" cy="5254009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D3D1E1-F135-48BC-96A5-029CE66F1A93}"/>
                </a:ext>
              </a:extLst>
            </p:cNvPr>
            <p:cNvSpPr/>
            <p:nvPr/>
          </p:nvSpPr>
          <p:spPr>
            <a:xfrm>
              <a:off x="4764321" y="3537715"/>
              <a:ext cx="3922266" cy="9666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E2A04B-047E-4D91-AA3A-B1EAA296BA05}"/>
                </a:ext>
              </a:extLst>
            </p:cNvPr>
            <p:cNvSpPr txBox="1"/>
            <p:nvPr/>
          </p:nvSpPr>
          <p:spPr>
            <a:xfrm>
              <a:off x="1542473" y="303716"/>
              <a:ext cx="9180946" cy="630942"/>
            </a:xfrm>
            <a:custGeom>
              <a:avLst/>
              <a:gdLst>
                <a:gd name="connsiteX0" fmla="*/ 0 w 9180946"/>
                <a:gd name="connsiteY0" fmla="*/ 0 h 630942"/>
                <a:gd name="connsiteX1" fmla="*/ 9180946 w 9180946"/>
                <a:gd name="connsiteY1" fmla="*/ 0 h 630942"/>
                <a:gd name="connsiteX2" fmla="*/ 9180946 w 9180946"/>
                <a:gd name="connsiteY2" fmla="*/ 630942 h 630942"/>
                <a:gd name="connsiteX3" fmla="*/ 0 w 9180946"/>
                <a:gd name="connsiteY3" fmla="*/ 630942 h 630942"/>
                <a:gd name="connsiteX4" fmla="*/ 0 w 9180946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0946" h="630942" fill="none" extrusionOk="0">
                  <a:moveTo>
                    <a:pt x="0" y="0"/>
                  </a:moveTo>
                  <a:cubicBezTo>
                    <a:pt x="2047895" y="-33775"/>
                    <a:pt x="5868693" y="138873"/>
                    <a:pt x="9180946" y="0"/>
                  </a:cubicBezTo>
                  <a:cubicBezTo>
                    <a:pt x="9167899" y="169621"/>
                    <a:pt x="9145293" y="431136"/>
                    <a:pt x="9180946" y="630942"/>
                  </a:cubicBezTo>
                  <a:cubicBezTo>
                    <a:pt x="6552567" y="493612"/>
                    <a:pt x="1074376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9180946" h="630942" stroke="0" extrusionOk="0">
                  <a:moveTo>
                    <a:pt x="0" y="0"/>
                  </a:moveTo>
                  <a:cubicBezTo>
                    <a:pt x="3596356" y="-101487"/>
                    <a:pt x="6282242" y="-162162"/>
                    <a:pt x="9180946" y="0"/>
                  </a:cubicBezTo>
                  <a:cubicBezTo>
                    <a:pt x="9155477" y="209449"/>
                    <a:pt x="9179577" y="401364"/>
                    <a:pt x="9180946" y="630942"/>
                  </a:cubicBezTo>
                  <a:cubicBezTo>
                    <a:pt x="4890225" y="681007"/>
                    <a:pt x="3836286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CEFE1D-FF27-40AA-9B25-12355F63A508}"/>
                </a:ext>
              </a:extLst>
            </p:cNvPr>
            <p:cNvSpPr/>
            <p:nvPr/>
          </p:nvSpPr>
          <p:spPr>
            <a:xfrm>
              <a:off x="6035469" y="3801340"/>
              <a:ext cx="1435636" cy="3327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042CA7-2B43-48D7-B80C-4CF6C9D950EB}"/>
                </a:ext>
              </a:extLst>
            </p:cNvPr>
            <p:cNvSpPr/>
            <p:nvPr/>
          </p:nvSpPr>
          <p:spPr>
            <a:xfrm>
              <a:off x="1134455" y="4550593"/>
              <a:ext cx="2699762" cy="729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052CC1-0885-4407-B0E6-25EFE9C6D60B}"/>
                </a:ext>
              </a:extLst>
            </p:cNvPr>
            <p:cNvSpPr txBox="1"/>
            <p:nvPr/>
          </p:nvSpPr>
          <p:spPr>
            <a:xfrm>
              <a:off x="4817460" y="5316357"/>
              <a:ext cx="4948795" cy="492237"/>
            </a:xfrm>
            <a:custGeom>
              <a:avLst/>
              <a:gdLst>
                <a:gd name="connsiteX0" fmla="*/ 0 w 4948795"/>
                <a:gd name="connsiteY0" fmla="*/ 0 h 492237"/>
                <a:gd name="connsiteX1" fmla="*/ 4948795 w 4948795"/>
                <a:gd name="connsiteY1" fmla="*/ 0 h 492237"/>
                <a:gd name="connsiteX2" fmla="*/ 4948795 w 4948795"/>
                <a:gd name="connsiteY2" fmla="*/ 492237 h 492237"/>
                <a:gd name="connsiteX3" fmla="*/ 0 w 4948795"/>
                <a:gd name="connsiteY3" fmla="*/ 492237 h 492237"/>
                <a:gd name="connsiteX4" fmla="*/ 0 w 4948795"/>
                <a:gd name="connsiteY4" fmla="*/ 0 h 49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795" h="492237" fill="none" extrusionOk="0">
                  <a:moveTo>
                    <a:pt x="0" y="0"/>
                  </a:moveTo>
                  <a:cubicBezTo>
                    <a:pt x="540727" y="-109175"/>
                    <a:pt x="2879298" y="-48220"/>
                    <a:pt x="4948795" y="0"/>
                  </a:cubicBezTo>
                  <a:cubicBezTo>
                    <a:pt x="4957199" y="95500"/>
                    <a:pt x="4920583" y="298994"/>
                    <a:pt x="4948795" y="492237"/>
                  </a:cubicBezTo>
                  <a:cubicBezTo>
                    <a:pt x="4361422" y="459415"/>
                    <a:pt x="1002413" y="467677"/>
                    <a:pt x="0" y="492237"/>
                  </a:cubicBezTo>
                  <a:cubicBezTo>
                    <a:pt x="42652" y="253591"/>
                    <a:pt x="-29962" y="101600"/>
                    <a:pt x="0" y="0"/>
                  </a:cubicBezTo>
                  <a:close/>
                </a:path>
                <a:path w="4948795" h="492237" stroke="0" extrusionOk="0">
                  <a:moveTo>
                    <a:pt x="0" y="0"/>
                  </a:moveTo>
                  <a:cubicBezTo>
                    <a:pt x="2151142" y="56275"/>
                    <a:pt x="2673164" y="-36696"/>
                    <a:pt x="4948795" y="0"/>
                  </a:cubicBezTo>
                  <a:cubicBezTo>
                    <a:pt x="4957368" y="142418"/>
                    <a:pt x="4914891" y="300406"/>
                    <a:pt x="4948795" y="492237"/>
                  </a:cubicBezTo>
                  <a:cubicBezTo>
                    <a:pt x="3493337" y="432783"/>
                    <a:pt x="518661" y="516332"/>
                    <a:pt x="0" y="492237"/>
                  </a:cubicBezTo>
                  <a:cubicBezTo>
                    <a:pt x="-33505" y="382006"/>
                    <a:pt x="34146" y="101654"/>
                    <a:pt x="0" y="0"/>
                  </a:cubicBezTo>
                  <a:close/>
                </a:path>
              </a:pathLst>
            </a:custGeom>
            <a:solidFill>
              <a:srgbClr val="D5FFD5"/>
            </a:solidFill>
            <a:ln>
              <a:solidFill>
                <a:schemeClr val="accent6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61725608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จากตัวอย่างนี้ เลือกค้นหาจาก </a:t>
              </a:r>
              <a:r>
                <a:rPr lang="en-US" sz="25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Number</a:t>
              </a:r>
              <a:endParaRPr lang="th-TH" sz="2500" dirty="0">
                <a:solidFill>
                  <a:srgbClr val="00682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1E9A6F7F-1EBF-4996-8195-8FA738FD81C2}"/>
                </a:ext>
              </a:extLst>
            </p:cNvPr>
            <p:cNvSpPr/>
            <p:nvPr/>
          </p:nvSpPr>
          <p:spPr>
            <a:xfrm>
              <a:off x="6571093" y="3958589"/>
              <a:ext cx="167012" cy="147790"/>
            </a:xfrm>
            <a:prstGeom prst="star5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D49076-EAA0-4B14-B3CD-44A4FC21066F}"/>
                </a:ext>
              </a:extLst>
            </p:cNvPr>
            <p:cNvSpPr/>
            <p:nvPr/>
          </p:nvSpPr>
          <p:spPr>
            <a:xfrm>
              <a:off x="4543501" y="1916821"/>
              <a:ext cx="378123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F3F388-A477-468D-A956-46D9034B10B0}"/>
                </a:ext>
              </a:extLst>
            </p:cNvPr>
            <p:cNvSpPr/>
            <p:nvPr/>
          </p:nvSpPr>
          <p:spPr>
            <a:xfrm>
              <a:off x="4677971" y="2140938"/>
              <a:ext cx="467770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7615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0EB6B4C-406C-47FE-9162-1D5934D46FBC}"/>
              </a:ext>
            </a:extLst>
          </p:cNvPr>
          <p:cNvGrpSpPr/>
          <p:nvPr/>
        </p:nvGrpSpPr>
        <p:grpSpPr>
          <a:xfrm>
            <a:off x="452582" y="286059"/>
            <a:ext cx="11388435" cy="6177764"/>
            <a:chOff x="546847" y="303718"/>
            <a:chExt cx="11170023" cy="61777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5336D6-499C-40AF-AAE6-6AB16E7C1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847" y="1218929"/>
              <a:ext cx="11170023" cy="5262553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516B15-C507-487B-8EF9-21D2B08DFA60}"/>
                </a:ext>
              </a:extLst>
            </p:cNvPr>
            <p:cNvSpPr/>
            <p:nvPr/>
          </p:nvSpPr>
          <p:spPr>
            <a:xfrm>
              <a:off x="1142544" y="5544830"/>
              <a:ext cx="2871243" cy="8644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798047-4A6A-4783-AFD9-81EE9C3AEDBE}"/>
                </a:ext>
              </a:extLst>
            </p:cNvPr>
            <p:cNvSpPr txBox="1"/>
            <p:nvPr/>
          </p:nvSpPr>
          <p:spPr>
            <a:xfrm>
              <a:off x="9024856" y="1920939"/>
              <a:ext cx="2449714" cy="3170099"/>
            </a:xfrm>
            <a:custGeom>
              <a:avLst/>
              <a:gdLst>
                <a:gd name="connsiteX0" fmla="*/ 0 w 2449714"/>
                <a:gd name="connsiteY0" fmla="*/ 0 h 3170099"/>
                <a:gd name="connsiteX1" fmla="*/ 2449714 w 2449714"/>
                <a:gd name="connsiteY1" fmla="*/ 0 h 3170099"/>
                <a:gd name="connsiteX2" fmla="*/ 2449714 w 2449714"/>
                <a:gd name="connsiteY2" fmla="*/ 3170099 h 3170099"/>
                <a:gd name="connsiteX3" fmla="*/ 0 w 2449714"/>
                <a:gd name="connsiteY3" fmla="*/ 3170099 h 3170099"/>
                <a:gd name="connsiteX4" fmla="*/ 0 w 2449714"/>
                <a:gd name="connsiteY4" fmla="*/ 0 h 317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9714" h="3170099" fill="none" extrusionOk="0">
                  <a:moveTo>
                    <a:pt x="0" y="0"/>
                  </a:moveTo>
                  <a:cubicBezTo>
                    <a:pt x="1145620" y="-133055"/>
                    <a:pt x="1443265" y="74225"/>
                    <a:pt x="2449714" y="0"/>
                  </a:cubicBezTo>
                  <a:cubicBezTo>
                    <a:pt x="2397606" y="779645"/>
                    <a:pt x="2343714" y="1772359"/>
                    <a:pt x="2449714" y="3170099"/>
                  </a:cubicBezTo>
                  <a:cubicBezTo>
                    <a:pt x="1554016" y="3108654"/>
                    <a:pt x="688431" y="3145490"/>
                    <a:pt x="0" y="3170099"/>
                  </a:cubicBezTo>
                  <a:cubicBezTo>
                    <a:pt x="-137468" y="2388527"/>
                    <a:pt x="-57586" y="937361"/>
                    <a:pt x="0" y="0"/>
                  </a:cubicBezTo>
                  <a:close/>
                </a:path>
                <a:path w="2449714" h="3170099" stroke="0" extrusionOk="0">
                  <a:moveTo>
                    <a:pt x="0" y="0"/>
                  </a:moveTo>
                  <a:cubicBezTo>
                    <a:pt x="708199" y="-21364"/>
                    <a:pt x="1420197" y="3355"/>
                    <a:pt x="2449714" y="0"/>
                  </a:cubicBezTo>
                  <a:cubicBezTo>
                    <a:pt x="2297823" y="1546458"/>
                    <a:pt x="2418878" y="2136114"/>
                    <a:pt x="2449714" y="3170099"/>
                  </a:cubicBezTo>
                  <a:cubicBezTo>
                    <a:pt x="1358703" y="3336327"/>
                    <a:pt x="526856" y="3286209"/>
                    <a:pt x="0" y="3170099"/>
                  </a:cubicBezTo>
                  <a:cubicBezTo>
                    <a:pt x="-117016" y="2848413"/>
                    <a:pt x="23401" y="631708"/>
                    <a:pt x="0" y="0"/>
                  </a:cubicBezTo>
                  <a:close/>
                </a:path>
              </a:pathLst>
            </a:custGeom>
            <a:solidFill>
              <a:srgbClr val="E5FFE5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xmlns="" sd="1690562480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ไปที่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Menu Deferred Expense Recognition </a:t>
              </a:r>
              <a:endParaRPr lang="th-TH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เพื่อทำการรับรู้ค่าใช้จ่ายรอตัด</a:t>
              </a:r>
              <a:endParaRPr lang="en-US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กำหนดวันที่ ที่ต้องการตัดค่าใช้จ่าย </a:t>
              </a:r>
            </a:p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 เลือกประเภทเอกสาร ใน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Doc. Type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เลือกประเภท</a:t>
              </a: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 Sauce</a:t>
              </a: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4.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Scope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Module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ที่ทำการ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B43F28-EF01-4A7B-A476-10094A01AB6F}"/>
                </a:ext>
              </a:extLst>
            </p:cNvPr>
            <p:cNvSpPr txBox="1"/>
            <p:nvPr/>
          </p:nvSpPr>
          <p:spPr>
            <a:xfrm>
              <a:off x="1751724" y="303718"/>
              <a:ext cx="8995810" cy="630942"/>
            </a:xfrm>
            <a:custGeom>
              <a:avLst/>
              <a:gdLst>
                <a:gd name="connsiteX0" fmla="*/ 0 w 8995810"/>
                <a:gd name="connsiteY0" fmla="*/ 0 h 630942"/>
                <a:gd name="connsiteX1" fmla="*/ 8995810 w 8995810"/>
                <a:gd name="connsiteY1" fmla="*/ 0 h 630942"/>
                <a:gd name="connsiteX2" fmla="*/ 8995810 w 8995810"/>
                <a:gd name="connsiteY2" fmla="*/ 630942 h 630942"/>
                <a:gd name="connsiteX3" fmla="*/ 0 w 8995810"/>
                <a:gd name="connsiteY3" fmla="*/ 630942 h 630942"/>
                <a:gd name="connsiteX4" fmla="*/ 0 w 8995810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810" h="630942" fill="none" extrusionOk="0">
                  <a:moveTo>
                    <a:pt x="0" y="0"/>
                  </a:moveTo>
                  <a:cubicBezTo>
                    <a:pt x="4045818" y="-33775"/>
                    <a:pt x="6605100" y="138873"/>
                    <a:pt x="8995810" y="0"/>
                  </a:cubicBezTo>
                  <a:cubicBezTo>
                    <a:pt x="8982763" y="169621"/>
                    <a:pt x="8960157" y="431136"/>
                    <a:pt x="8995810" y="630942"/>
                  </a:cubicBezTo>
                  <a:cubicBezTo>
                    <a:pt x="6553611" y="493612"/>
                    <a:pt x="2061280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995810" h="630942" stroke="0" extrusionOk="0">
                  <a:moveTo>
                    <a:pt x="0" y="0"/>
                  </a:moveTo>
                  <a:cubicBezTo>
                    <a:pt x="3100585" y="-101487"/>
                    <a:pt x="5678482" y="-162162"/>
                    <a:pt x="8995810" y="0"/>
                  </a:cubicBezTo>
                  <a:cubicBezTo>
                    <a:pt x="8970341" y="209449"/>
                    <a:pt x="8994441" y="401364"/>
                    <a:pt x="8995810" y="630942"/>
                  </a:cubicBezTo>
                  <a:cubicBezTo>
                    <a:pt x="6628455" y="681007"/>
                    <a:pt x="2591779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A6DB46-31FE-404D-A129-8A9F06AA32A3}"/>
                </a:ext>
              </a:extLst>
            </p:cNvPr>
            <p:cNvSpPr/>
            <p:nvPr/>
          </p:nvSpPr>
          <p:spPr>
            <a:xfrm>
              <a:off x="4185267" y="2463354"/>
              <a:ext cx="4609152" cy="140016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01E1F4-E8F9-4B34-A93A-0E615DFCFA1A}"/>
                </a:ext>
              </a:extLst>
            </p:cNvPr>
            <p:cNvSpPr/>
            <p:nvPr/>
          </p:nvSpPr>
          <p:spPr>
            <a:xfrm>
              <a:off x="3376700" y="5698692"/>
              <a:ext cx="338290" cy="278350"/>
            </a:xfrm>
            <a:prstGeom prst="ellipse">
              <a:avLst/>
            </a:prstGeom>
            <a:solidFill>
              <a:srgbClr val="8FE2FF"/>
            </a:solidFill>
            <a:ln>
              <a:solidFill>
                <a:srgbClr val="33CA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95E367F-5DE9-4DC9-AEDB-F8E36E3B919A}"/>
                </a:ext>
              </a:extLst>
            </p:cNvPr>
            <p:cNvSpPr/>
            <p:nvPr/>
          </p:nvSpPr>
          <p:spPr>
            <a:xfrm>
              <a:off x="5664477" y="2610343"/>
              <a:ext cx="353535" cy="27835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0D64A0B-5818-49E5-ABFB-B1C5F41B738C}"/>
                </a:ext>
              </a:extLst>
            </p:cNvPr>
            <p:cNvSpPr/>
            <p:nvPr/>
          </p:nvSpPr>
          <p:spPr>
            <a:xfrm>
              <a:off x="7797501" y="2887487"/>
              <a:ext cx="338290" cy="27835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CE46E3-3957-4A82-BA48-351B9C24F802}"/>
                </a:ext>
              </a:extLst>
            </p:cNvPr>
            <p:cNvSpPr/>
            <p:nvPr/>
          </p:nvSpPr>
          <p:spPr>
            <a:xfrm>
              <a:off x="7330534" y="3461799"/>
              <a:ext cx="353535" cy="27835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947998-50D7-4F03-9D9C-12478EE3A2FD}"/>
                </a:ext>
              </a:extLst>
            </p:cNvPr>
            <p:cNvSpPr/>
            <p:nvPr/>
          </p:nvSpPr>
          <p:spPr>
            <a:xfrm>
              <a:off x="4183947" y="2172723"/>
              <a:ext cx="415935" cy="2731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527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9E31341-0225-48C8-BD12-7BB686D6D29E}"/>
              </a:ext>
            </a:extLst>
          </p:cNvPr>
          <p:cNvGrpSpPr/>
          <p:nvPr/>
        </p:nvGrpSpPr>
        <p:grpSpPr>
          <a:xfrm>
            <a:off x="484095" y="312951"/>
            <a:ext cx="11286564" cy="6240247"/>
            <a:chOff x="484095" y="312951"/>
            <a:chExt cx="11286564" cy="62402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393F46-8E72-4F81-B1B0-F66F42D0C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095" y="1286034"/>
              <a:ext cx="11286564" cy="5267164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CC9BA3-D7A1-4EB7-B7F0-6AF4D293AB1B}"/>
                </a:ext>
              </a:extLst>
            </p:cNvPr>
            <p:cNvSpPr txBox="1"/>
            <p:nvPr/>
          </p:nvSpPr>
          <p:spPr>
            <a:xfrm>
              <a:off x="1560945" y="312951"/>
              <a:ext cx="8955197" cy="630942"/>
            </a:xfrm>
            <a:custGeom>
              <a:avLst/>
              <a:gdLst>
                <a:gd name="connsiteX0" fmla="*/ 0 w 8955197"/>
                <a:gd name="connsiteY0" fmla="*/ 0 h 630942"/>
                <a:gd name="connsiteX1" fmla="*/ 8955197 w 8955197"/>
                <a:gd name="connsiteY1" fmla="*/ 0 h 630942"/>
                <a:gd name="connsiteX2" fmla="*/ 8955197 w 8955197"/>
                <a:gd name="connsiteY2" fmla="*/ 630942 h 630942"/>
                <a:gd name="connsiteX3" fmla="*/ 0 w 8955197"/>
                <a:gd name="connsiteY3" fmla="*/ 630942 h 630942"/>
                <a:gd name="connsiteX4" fmla="*/ 0 w 8955197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197" h="630942" fill="none" extrusionOk="0">
                  <a:moveTo>
                    <a:pt x="0" y="0"/>
                  </a:moveTo>
                  <a:cubicBezTo>
                    <a:pt x="3318832" y="-33775"/>
                    <a:pt x="4968330" y="138873"/>
                    <a:pt x="8955197" y="0"/>
                  </a:cubicBezTo>
                  <a:cubicBezTo>
                    <a:pt x="8942150" y="169621"/>
                    <a:pt x="8919544" y="431136"/>
                    <a:pt x="8955197" y="630942"/>
                  </a:cubicBezTo>
                  <a:cubicBezTo>
                    <a:pt x="6021620" y="493612"/>
                    <a:pt x="1659277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955197" h="630942" stroke="0" extrusionOk="0">
                  <a:moveTo>
                    <a:pt x="0" y="0"/>
                  </a:moveTo>
                  <a:cubicBezTo>
                    <a:pt x="1553177" y="-101487"/>
                    <a:pt x="6437919" y="-162162"/>
                    <a:pt x="8955197" y="0"/>
                  </a:cubicBezTo>
                  <a:cubicBezTo>
                    <a:pt x="8929728" y="209449"/>
                    <a:pt x="8953828" y="401364"/>
                    <a:pt x="8955197" y="630942"/>
                  </a:cubicBezTo>
                  <a:cubicBezTo>
                    <a:pt x="7729094" y="681007"/>
                    <a:pt x="3757425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66BDFA-497D-4893-94BB-DCEF8BDF901F}"/>
                </a:ext>
              </a:extLst>
            </p:cNvPr>
            <p:cNvSpPr/>
            <p:nvPr/>
          </p:nvSpPr>
          <p:spPr>
            <a:xfrm>
              <a:off x="1204623" y="5571244"/>
              <a:ext cx="2791728" cy="9121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175FFF-657C-4322-8A9A-9933B877410B}"/>
                </a:ext>
              </a:extLst>
            </p:cNvPr>
            <p:cNvSpPr/>
            <p:nvPr/>
          </p:nvSpPr>
          <p:spPr>
            <a:xfrm>
              <a:off x="5288434" y="1631108"/>
              <a:ext cx="464609" cy="2012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D3065B-FF23-4968-81BD-BC03DF63E242}"/>
                </a:ext>
              </a:extLst>
            </p:cNvPr>
            <p:cNvSpPr/>
            <p:nvPr/>
          </p:nvSpPr>
          <p:spPr>
            <a:xfrm>
              <a:off x="4156278" y="2278875"/>
              <a:ext cx="464609" cy="23033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4E8642-A455-4E62-978C-FDA8539D8EC6}"/>
                </a:ext>
              </a:extLst>
            </p:cNvPr>
            <p:cNvSpPr/>
            <p:nvPr/>
          </p:nvSpPr>
          <p:spPr>
            <a:xfrm>
              <a:off x="5288434" y="2071396"/>
              <a:ext cx="1529751" cy="23033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B264B5-E969-492D-AB45-1CA5D6A178EA}"/>
                </a:ext>
              </a:extLst>
            </p:cNvPr>
            <p:cNvSpPr/>
            <p:nvPr/>
          </p:nvSpPr>
          <p:spPr>
            <a:xfrm>
              <a:off x="3756950" y="2259862"/>
              <a:ext cx="325751" cy="27235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CABD04-A5C6-4921-B159-00DFF3F7C68C}"/>
                </a:ext>
              </a:extLst>
            </p:cNvPr>
            <p:cNvSpPr/>
            <p:nvPr/>
          </p:nvSpPr>
          <p:spPr>
            <a:xfrm>
              <a:off x="6161539" y="1509824"/>
              <a:ext cx="325751" cy="272352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12B4BC0-1CBC-413F-B350-E4740E3A204F}"/>
                </a:ext>
              </a:extLst>
            </p:cNvPr>
            <p:cNvCxnSpPr/>
            <p:nvPr/>
          </p:nvCxnSpPr>
          <p:spPr>
            <a:xfrm flipH="1">
              <a:off x="5839541" y="1646000"/>
              <a:ext cx="297431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B393EFF-7EF1-4E2D-B010-6A79AE29C2A6}"/>
                </a:ext>
              </a:extLst>
            </p:cNvPr>
            <p:cNvSpPr/>
            <p:nvPr/>
          </p:nvSpPr>
          <p:spPr>
            <a:xfrm>
              <a:off x="6855981" y="2099937"/>
              <a:ext cx="325751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FD061A-D08C-4AD7-B13B-BEA3A20A08EA}"/>
                </a:ext>
              </a:extLst>
            </p:cNvPr>
            <p:cNvSpPr txBox="1"/>
            <p:nvPr/>
          </p:nvSpPr>
          <p:spPr>
            <a:xfrm>
              <a:off x="8919393" y="1731542"/>
              <a:ext cx="2523366" cy="2246769"/>
            </a:xfrm>
            <a:prstGeom prst="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เมื่อเลือกเงื่อนไขได้แล้ว ให้ไปที่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Tab Detail 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เลือกคำสั่ง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 Edit List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เพื่อทำการตรวจสอบความถูกต้องก่อน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B47226A-5E26-475C-80CC-F8B058D21DA4}"/>
                </a:ext>
              </a:extLst>
            </p:cNvPr>
            <p:cNvSpPr/>
            <p:nvPr/>
          </p:nvSpPr>
          <p:spPr>
            <a:xfrm>
              <a:off x="10085293" y="1828259"/>
              <a:ext cx="170329" cy="170329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8109A0C-BA4B-4AA9-B030-7C216CAA2E14}"/>
                </a:ext>
              </a:extLst>
            </p:cNvPr>
            <p:cNvSpPr/>
            <p:nvPr/>
          </p:nvSpPr>
          <p:spPr>
            <a:xfrm>
              <a:off x="10327341" y="1828259"/>
              <a:ext cx="170329" cy="170329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84A975-3335-477A-915D-5FB617107627}"/>
                </a:ext>
              </a:extLst>
            </p:cNvPr>
            <p:cNvSpPr/>
            <p:nvPr/>
          </p:nvSpPr>
          <p:spPr>
            <a:xfrm>
              <a:off x="9834283" y="1837225"/>
              <a:ext cx="170329" cy="170329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6480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88935-9F46-463D-B0C6-B95A17BE864D}"/>
              </a:ext>
            </a:extLst>
          </p:cNvPr>
          <p:cNvGrpSpPr/>
          <p:nvPr/>
        </p:nvGrpSpPr>
        <p:grpSpPr>
          <a:xfrm>
            <a:off x="367554" y="276821"/>
            <a:ext cx="11528612" cy="6315219"/>
            <a:chOff x="508246" y="276821"/>
            <a:chExt cx="11193437" cy="6315219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A36858-5C8C-4100-B9C9-64DBCCAD0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246" y="1696228"/>
              <a:ext cx="11193437" cy="4895812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BFFBB5-4B5F-4E6B-AEC0-2C081F4FB3A0}"/>
                </a:ext>
              </a:extLst>
            </p:cNvPr>
            <p:cNvSpPr txBox="1"/>
            <p:nvPr/>
          </p:nvSpPr>
          <p:spPr>
            <a:xfrm>
              <a:off x="1509439" y="276821"/>
              <a:ext cx="8909175" cy="1231106"/>
            </a:xfrm>
            <a:custGeom>
              <a:avLst/>
              <a:gdLst>
                <a:gd name="connsiteX0" fmla="*/ 0 w 8909175"/>
                <a:gd name="connsiteY0" fmla="*/ 0 h 1231106"/>
                <a:gd name="connsiteX1" fmla="*/ 8909175 w 8909175"/>
                <a:gd name="connsiteY1" fmla="*/ 0 h 1231106"/>
                <a:gd name="connsiteX2" fmla="*/ 8909175 w 8909175"/>
                <a:gd name="connsiteY2" fmla="*/ 1231106 h 1231106"/>
                <a:gd name="connsiteX3" fmla="*/ 0 w 8909175"/>
                <a:gd name="connsiteY3" fmla="*/ 1231106 h 1231106"/>
                <a:gd name="connsiteX4" fmla="*/ 0 w 8909175"/>
                <a:gd name="connsiteY4" fmla="*/ 0 h 123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9175" h="1231106" fill="none" extrusionOk="0">
                  <a:moveTo>
                    <a:pt x="0" y="0"/>
                  </a:moveTo>
                  <a:cubicBezTo>
                    <a:pt x="3008917" y="-33775"/>
                    <a:pt x="5683035" y="138873"/>
                    <a:pt x="8909175" y="0"/>
                  </a:cubicBezTo>
                  <a:cubicBezTo>
                    <a:pt x="8943658" y="384053"/>
                    <a:pt x="8860754" y="778347"/>
                    <a:pt x="8909175" y="1231106"/>
                  </a:cubicBezTo>
                  <a:cubicBezTo>
                    <a:pt x="7440769" y="1093776"/>
                    <a:pt x="2197940" y="1093250"/>
                    <a:pt x="0" y="1231106"/>
                  </a:cubicBezTo>
                  <a:cubicBezTo>
                    <a:pt x="-65542" y="669729"/>
                    <a:pt x="-68375" y="149594"/>
                    <a:pt x="0" y="0"/>
                  </a:cubicBezTo>
                  <a:close/>
                </a:path>
                <a:path w="8909175" h="1231106" stroke="0" extrusionOk="0">
                  <a:moveTo>
                    <a:pt x="0" y="0"/>
                  </a:moveTo>
                  <a:cubicBezTo>
                    <a:pt x="1855252" y="-101487"/>
                    <a:pt x="4762616" y="-162162"/>
                    <a:pt x="8909175" y="0"/>
                  </a:cubicBezTo>
                  <a:cubicBezTo>
                    <a:pt x="8886799" y="132669"/>
                    <a:pt x="8928558" y="903571"/>
                    <a:pt x="8909175" y="1231106"/>
                  </a:cubicBezTo>
                  <a:cubicBezTo>
                    <a:pt x="7948534" y="1281171"/>
                    <a:pt x="3022744" y="1072657"/>
                    <a:pt x="0" y="1231106"/>
                  </a:cubicBezTo>
                  <a:cubicBezTo>
                    <a:pt x="-43621" y="814911"/>
                    <a:pt x="-87502" y="53063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  <a:p>
              <a:pPr algn="ctr"/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Edit List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/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ตรวจสอบความถูกต้อง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C4156C-B7A7-4D36-BC21-B48029F578DE}"/>
                </a:ext>
              </a:extLst>
            </p:cNvPr>
            <p:cNvSpPr/>
            <p:nvPr/>
          </p:nvSpPr>
          <p:spPr>
            <a:xfrm>
              <a:off x="4039142" y="2350651"/>
              <a:ext cx="3822906" cy="2779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5A3A5A6-AEEF-44FB-B16C-2EFA6E26914D}"/>
                </a:ext>
              </a:extLst>
            </p:cNvPr>
            <p:cNvSpPr txBox="1"/>
            <p:nvPr/>
          </p:nvSpPr>
          <p:spPr>
            <a:xfrm>
              <a:off x="941298" y="3766800"/>
              <a:ext cx="3890682" cy="523220"/>
            </a:xfrm>
            <a:prstGeom prst="rect">
              <a:avLst/>
            </a:prstGeom>
            <a:solidFill>
              <a:srgbClr val="D5F4FF"/>
            </a:solidFill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ตรวจสอบรายละเอียดว่าถูกต้องหรือไม่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8195F3-087C-4709-BC9E-CDE9192C4986}"/>
                </a:ext>
              </a:extLst>
            </p:cNvPr>
            <p:cNvSpPr txBox="1"/>
            <p:nvPr/>
          </p:nvSpPr>
          <p:spPr>
            <a:xfrm>
              <a:off x="8251647" y="4480713"/>
              <a:ext cx="2510115" cy="523220"/>
            </a:xfrm>
            <a:prstGeom prst="rect">
              <a:avLst/>
            </a:prstGeom>
            <a:solidFill>
              <a:srgbClr val="D6FFC1"/>
            </a:solidFill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ตรวจสอบคู่บัญชีใน </a:t>
              </a:r>
              <a:r>
                <a:rPr lang="en-US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GL</a:t>
              </a:r>
              <a:endParaRPr lang="th-TH" dirty="0">
                <a:solidFill>
                  <a:srgbClr val="FF000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C04B31-2D25-4B68-8B83-E3B5F481F4C9}"/>
                </a:ext>
              </a:extLst>
            </p:cNvPr>
            <p:cNvSpPr/>
            <p:nvPr/>
          </p:nvSpPr>
          <p:spPr>
            <a:xfrm>
              <a:off x="788894" y="4422045"/>
              <a:ext cx="10282517" cy="15777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C965A1-D3A8-46A8-844C-DDCADDEF6306}"/>
                </a:ext>
              </a:extLst>
            </p:cNvPr>
            <p:cNvCxnSpPr/>
            <p:nvPr/>
          </p:nvCxnSpPr>
          <p:spPr>
            <a:xfrm>
              <a:off x="4831980" y="4087906"/>
              <a:ext cx="4840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0B8554-1D3F-4AC5-ADA8-33A3EF762D29}"/>
                </a:ext>
              </a:extLst>
            </p:cNvPr>
            <p:cNvCxnSpPr/>
            <p:nvPr/>
          </p:nvCxnSpPr>
          <p:spPr>
            <a:xfrm flipV="1">
              <a:off x="5316071" y="3711384"/>
              <a:ext cx="0" cy="3765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8781B8-29F6-444B-A601-A374EB93584F}"/>
                </a:ext>
              </a:extLst>
            </p:cNvPr>
            <p:cNvCxnSpPr/>
            <p:nvPr/>
          </p:nvCxnSpPr>
          <p:spPr>
            <a:xfrm>
              <a:off x="10264588" y="4968078"/>
              <a:ext cx="0" cy="46453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94C2EC5-9CB5-4993-A610-59C0D01DA3C9}"/>
                </a:ext>
              </a:extLst>
            </p:cNvPr>
            <p:cNvCxnSpPr/>
            <p:nvPr/>
          </p:nvCxnSpPr>
          <p:spPr>
            <a:xfrm flipH="1">
              <a:off x="9672918" y="5432612"/>
              <a:ext cx="59167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557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EC8FFB-5503-4C19-A90A-363DEC146F42}"/>
              </a:ext>
            </a:extLst>
          </p:cNvPr>
          <p:cNvGrpSpPr/>
          <p:nvPr/>
        </p:nvGrpSpPr>
        <p:grpSpPr>
          <a:xfrm>
            <a:off x="376518" y="303716"/>
            <a:ext cx="11403105" cy="6357060"/>
            <a:chOff x="376518" y="303716"/>
            <a:chExt cx="11403105" cy="63570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DDBDFE5-255A-4BE2-BE17-4CD82BC53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518" y="1658471"/>
              <a:ext cx="11403105" cy="5002305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601B5-9990-43C7-B657-44BC0745B9E1}"/>
                </a:ext>
              </a:extLst>
            </p:cNvPr>
            <p:cNvSpPr txBox="1"/>
            <p:nvPr/>
          </p:nvSpPr>
          <p:spPr>
            <a:xfrm>
              <a:off x="2033828" y="303716"/>
              <a:ext cx="8858289" cy="1169551"/>
            </a:xfrm>
            <a:custGeom>
              <a:avLst/>
              <a:gdLst>
                <a:gd name="connsiteX0" fmla="*/ 0 w 8858289"/>
                <a:gd name="connsiteY0" fmla="*/ 0 h 1169551"/>
                <a:gd name="connsiteX1" fmla="*/ 8858289 w 8858289"/>
                <a:gd name="connsiteY1" fmla="*/ 0 h 1169551"/>
                <a:gd name="connsiteX2" fmla="*/ 8858289 w 8858289"/>
                <a:gd name="connsiteY2" fmla="*/ 1169551 h 1169551"/>
                <a:gd name="connsiteX3" fmla="*/ 0 w 8858289"/>
                <a:gd name="connsiteY3" fmla="*/ 1169551 h 1169551"/>
                <a:gd name="connsiteX4" fmla="*/ 0 w 8858289"/>
                <a:gd name="connsiteY4" fmla="*/ 0 h 116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89" h="1169551" fill="none" extrusionOk="0">
                  <a:moveTo>
                    <a:pt x="0" y="0"/>
                  </a:moveTo>
                  <a:cubicBezTo>
                    <a:pt x="3083594" y="-33775"/>
                    <a:pt x="5016699" y="138873"/>
                    <a:pt x="8858289" y="0"/>
                  </a:cubicBezTo>
                  <a:cubicBezTo>
                    <a:pt x="8832706" y="131589"/>
                    <a:pt x="8893248" y="968505"/>
                    <a:pt x="8858289" y="1169551"/>
                  </a:cubicBezTo>
                  <a:cubicBezTo>
                    <a:pt x="7340512" y="1032221"/>
                    <a:pt x="3832760" y="1031695"/>
                    <a:pt x="0" y="1169551"/>
                  </a:cubicBezTo>
                  <a:cubicBezTo>
                    <a:pt x="-27334" y="664345"/>
                    <a:pt x="-8434" y="168129"/>
                    <a:pt x="0" y="0"/>
                  </a:cubicBezTo>
                  <a:close/>
                </a:path>
                <a:path w="8858289" h="1169551" stroke="0" extrusionOk="0">
                  <a:moveTo>
                    <a:pt x="0" y="0"/>
                  </a:moveTo>
                  <a:cubicBezTo>
                    <a:pt x="3858644" y="-101487"/>
                    <a:pt x="7705613" y="-162162"/>
                    <a:pt x="8858289" y="0"/>
                  </a:cubicBezTo>
                  <a:cubicBezTo>
                    <a:pt x="8842435" y="298082"/>
                    <a:pt x="8927553" y="871946"/>
                    <a:pt x="8858289" y="1169551"/>
                  </a:cubicBezTo>
                  <a:cubicBezTo>
                    <a:pt x="7356469" y="1219616"/>
                    <a:pt x="4084339" y="1011102"/>
                    <a:pt x="0" y="1169551"/>
                  </a:cubicBezTo>
                  <a:cubicBezTo>
                    <a:pt x="50063" y="858815"/>
                    <a:pt x="-27610" y="253897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เมื่อตรวจสอบความถูกต้องเรียบร้อยแล้วให้ทำการ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35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F31B9B-9198-4550-A613-4D60B74ECB34}"/>
                </a:ext>
              </a:extLst>
            </p:cNvPr>
            <p:cNvSpPr/>
            <p:nvPr/>
          </p:nvSpPr>
          <p:spPr>
            <a:xfrm>
              <a:off x="5171554" y="2428106"/>
              <a:ext cx="534476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84FF94-CEEE-433E-8689-10665C35BF48}"/>
                </a:ext>
              </a:extLst>
            </p:cNvPr>
            <p:cNvSpPr/>
            <p:nvPr/>
          </p:nvSpPr>
          <p:spPr>
            <a:xfrm>
              <a:off x="5014594" y="2084453"/>
              <a:ext cx="281096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B05089-E71B-4390-9648-FA6A3EBEF6EC}"/>
                </a:ext>
              </a:extLst>
            </p:cNvPr>
            <p:cNvSpPr txBox="1"/>
            <p:nvPr/>
          </p:nvSpPr>
          <p:spPr>
            <a:xfrm>
              <a:off x="6112078" y="2102046"/>
              <a:ext cx="2951504" cy="707886"/>
            </a:xfrm>
            <a:prstGeom prst="rect">
              <a:avLst/>
            </a:prstGeom>
            <a:solidFill>
              <a:srgbClr val="FFE7FF"/>
            </a:solidFill>
            <a:ln>
              <a:solidFill>
                <a:srgbClr val="FF00FF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กลับมาที่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Detail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เลือก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Submit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104141-7126-4744-BDAF-D570B3758CBE}"/>
                </a:ext>
              </a:extLst>
            </p:cNvPr>
            <p:cNvCxnSpPr/>
            <p:nvPr/>
          </p:nvCxnSpPr>
          <p:spPr>
            <a:xfrm flipH="1">
              <a:off x="5754811" y="2690180"/>
              <a:ext cx="340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Arrow: Curved Right 2">
              <a:extLst>
                <a:ext uri="{FF2B5EF4-FFF2-40B4-BE49-F238E27FC236}">
                  <a16:creationId xmlns:a16="http://schemas.microsoft.com/office/drawing/2014/main" id="{7A267700-726F-4074-A3D6-9D8E6319216D}"/>
                </a:ext>
              </a:extLst>
            </p:cNvPr>
            <p:cNvSpPr/>
            <p:nvPr/>
          </p:nvSpPr>
          <p:spPr>
            <a:xfrm rot="19309524">
              <a:off x="4864996" y="2314135"/>
              <a:ext cx="170225" cy="361768"/>
            </a:xfrm>
            <a:prstGeom prst="curved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538686-37EC-4D18-A14D-BEF9BD119C8F}"/>
                </a:ext>
              </a:extLst>
            </p:cNvPr>
            <p:cNvSpPr/>
            <p:nvPr/>
          </p:nvSpPr>
          <p:spPr>
            <a:xfrm>
              <a:off x="1097046" y="5091950"/>
              <a:ext cx="2791728" cy="75497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D60224-1152-44E6-BBB2-790FB1BF37B8}"/>
                </a:ext>
              </a:extLst>
            </p:cNvPr>
            <p:cNvSpPr/>
            <p:nvPr/>
          </p:nvSpPr>
          <p:spPr>
            <a:xfrm>
              <a:off x="4109416" y="2463964"/>
              <a:ext cx="453620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E74F7C-5C3F-4540-A792-AD7EDA2359F5}"/>
                </a:ext>
              </a:extLst>
            </p:cNvPr>
            <p:cNvSpPr/>
            <p:nvPr/>
          </p:nvSpPr>
          <p:spPr>
            <a:xfrm>
              <a:off x="3723250" y="2419144"/>
              <a:ext cx="337385" cy="272352"/>
            </a:xfrm>
            <a:prstGeom prst="ellipse">
              <a:avLst/>
            </a:prstGeom>
            <a:solidFill>
              <a:srgbClr val="00FF99"/>
            </a:solidFill>
            <a:ln>
              <a:solidFill>
                <a:srgbClr val="00FF9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E75B9E4-6298-414E-A058-CF259234DBCA}"/>
                </a:ext>
              </a:extLst>
            </p:cNvPr>
            <p:cNvSpPr/>
            <p:nvPr/>
          </p:nvSpPr>
          <p:spPr>
            <a:xfrm>
              <a:off x="5385002" y="2668585"/>
              <a:ext cx="337385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8856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67DDB9-7C13-4BD3-99DB-A2F809DC8FC4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015221" y="2060475"/>
            <a:ext cx="1490268" cy="78105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4A567EB-B77F-4E6D-A103-144826D6AD4D}"/>
              </a:ext>
            </a:extLst>
          </p:cNvPr>
          <p:cNvGrpSpPr/>
          <p:nvPr/>
        </p:nvGrpSpPr>
        <p:grpSpPr>
          <a:xfrm>
            <a:off x="510988" y="303716"/>
            <a:ext cx="11178988" cy="6226726"/>
            <a:chOff x="510988" y="303716"/>
            <a:chExt cx="11178988" cy="6226726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9D0C6B-423A-4D2E-988F-D6A2C16F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988" y="1178513"/>
              <a:ext cx="11178988" cy="5351929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8F6315-DFD6-4CD8-A7B8-7E6021FC59D5}"/>
                </a:ext>
              </a:extLst>
            </p:cNvPr>
            <p:cNvSpPr txBox="1"/>
            <p:nvPr/>
          </p:nvSpPr>
          <p:spPr>
            <a:xfrm>
              <a:off x="1460170" y="303716"/>
              <a:ext cx="9592302" cy="630942"/>
            </a:xfrm>
            <a:custGeom>
              <a:avLst/>
              <a:gdLst>
                <a:gd name="connsiteX0" fmla="*/ 0 w 9592302"/>
                <a:gd name="connsiteY0" fmla="*/ 0 h 630942"/>
                <a:gd name="connsiteX1" fmla="*/ 9592302 w 9592302"/>
                <a:gd name="connsiteY1" fmla="*/ 0 h 630942"/>
                <a:gd name="connsiteX2" fmla="*/ 9592302 w 9592302"/>
                <a:gd name="connsiteY2" fmla="*/ 630942 h 630942"/>
                <a:gd name="connsiteX3" fmla="*/ 0 w 9592302"/>
                <a:gd name="connsiteY3" fmla="*/ 630942 h 630942"/>
                <a:gd name="connsiteX4" fmla="*/ 0 w 9592302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92302" h="630942" fill="none" extrusionOk="0">
                  <a:moveTo>
                    <a:pt x="0" y="0"/>
                  </a:moveTo>
                  <a:cubicBezTo>
                    <a:pt x="4318570" y="-33775"/>
                    <a:pt x="5479907" y="138873"/>
                    <a:pt x="9592302" y="0"/>
                  </a:cubicBezTo>
                  <a:cubicBezTo>
                    <a:pt x="9579255" y="169621"/>
                    <a:pt x="9556649" y="431136"/>
                    <a:pt x="9592302" y="630942"/>
                  </a:cubicBezTo>
                  <a:cubicBezTo>
                    <a:pt x="7211802" y="493612"/>
                    <a:pt x="2434997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9592302" h="630942" stroke="0" extrusionOk="0">
                  <a:moveTo>
                    <a:pt x="0" y="0"/>
                  </a:moveTo>
                  <a:cubicBezTo>
                    <a:pt x="3393721" y="-101487"/>
                    <a:pt x="8247469" y="-162162"/>
                    <a:pt x="9592302" y="0"/>
                  </a:cubicBezTo>
                  <a:cubicBezTo>
                    <a:pt x="9566833" y="209449"/>
                    <a:pt x="9590933" y="401364"/>
                    <a:pt x="9592302" y="630942"/>
                  </a:cubicBezTo>
                  <a:cubicBezTo>
                    <a:pt x="7435509" y="681007"/>
                    <a:pt x="4068746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xmlns="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รายการแล้วให้ไปติดตามตรวจสอบที่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AP Invoice Tracker</a:t>
              </a:r>
              <a:endParaRPr lang="th-TH" sz="35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7E8FEF-D592-4469-85AD-544F19972BC0}"/>
                </a:ext>
              </a:extLst>
            </p:cNvPr>
            <p:cNvSpPr/>
            <p:nvPr/>
          </p:nvSpPr>
          <p:spPr>
            <a:xfrm>
              <a:off x="6069055" y="1831852"/>
              <a:ext cx="278547" cy="2151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F5874-2243-47E1-ABD0-2DF5DCA17AEA}"/>
                </a:ext>
              </a:extLst>
            </p:cNvPr>
            <p:cNvSpPr/>
            <p:nvPr/>
          </p:nvSpPr>
          <p:spPr>
            <a:xfrm>
              <a:off x="8510977" y="2002182"/>
              <a:ext cx="659225" cy="2151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E05F9B-1296-43B7-80E0-E3A47CC2BE43}"/>
                </a:ext>
              </a:extLst>
            </p:cNvPr>
            <p:cNvSpPr/>
            <p:nvPr/>
          </p:nvSpPr>
          <p:spPr>
            <a:xfrm>
              <a:off x="6069055" y="3252758"/>
              <a:ext cx="2349073" cy="7275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EC017E-B312-493A-A094-D950B25E7371}"/>
                </a:ext>
              </a:extLst>
            </p:cNvPr>
            <p:cNvSpPr/>
            <p:nvPr/>
          </p:nvSpPr>
          <p:spPr>
            <a:xfrm>
              <a:off x="958791" y="1984253"/>
              <a:ext cx="2349801" cy="6065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FE4DEB-8556-43DD-97D5-1CAFF2529733}"/>
                </a:ext>
              </a:extLst>
            </p:cNvPr>
            <p:cNvSpPr/>
            <p:nvPr/>
          </p:nvSpPr>
          <p:spPr>
            <a:xfrm>
              <a:off x="8826664" y="3242363"/>
              <a:ext cx="2599765" cy="7275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71F113-072F-4AFC-B6EA-A265B785A7D4}"/>
                </a:ext>
              </a:extLst>
            </p:cNvPr>
            <p:cNvSpPr/>
            <p:nvPr/>
          </p:nvSpPr>
          <p:spPr>
            <a:xfrm>
              <a:off x="5117353" y="4236361"/>
              <a:ext cx="6563337" cy="10886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526116-B2E4-4DFC-A975-A46CB6C87E60}"/>
                </a:ext>
              </a:extLst>
            </p:cNvPr>
            <p:cNvSpPr/>
            <p:nvPr/>
          </p:nvSpPr>
          <p:spPr>
            <a:xfrm>
              <a:off x="10600073" y="3325907"/>
              <a:ext cx="659225" cy="154021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462B07-4757-448A-8943-B9D8B73C5DB5}"/>
                </a:ext>
              </a:extLst>
            </p:cNvPr>
            <p:cNvSpPr/>
            <p:nvPr/>
          </p:nvSpPr>
          <p:spPr>
            <a:xfrm>
              <a:off x="8585255" y="4379795"/>
              <a:ext cx="724220" cy="921779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BA32B7-93D1-4A49-88BA-7491EA3CADC4}"/>
                </a:ext>
              </a:extLst>
            </p:cNvPr>
            <p:cNvSpPr/>
            <p:nvPr/>
          </p:nvSpPr>
          <p:spPr>
            <a:xfrm>
              <a:off x="10600073" y="3542867"/>
              <a:ext cx="659225" cy="154021"/>
            </a:xfrm>
            <a:prstGeom prst="rect">
              <a:avLst/>
            </a:prstGeom>
            <a:noFill/>
            <a:ln w="19050">
              <a:solidFill>
                <a:srgbClr val="0068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1A4930-83EF-4F2C-A95A-26C59E5860C4}"/>
                </a:ext>
              </a:extLst>
            </p:cNvPr>
            <p:cNvSpPr txBox="1"/>
            <p:nvPr/>
          </p:nvSpPr>
          <p:spPr>
            <a:xfrm>
              <a:off x="9578733" y="3245222"/>
              <a:ext cx="11234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ตัดค่าใช้จ่ายแล้ว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8625B4-94F3-48DF-8114-2F47CB441C58}"/>
                </a:ext>
              </a:extLst>
            </p:cNvPr>
            <p:cNvSpPr txBox="1"/>
            <p:nvPr/>
          </p:nvSpPr>
          <p:spPr>
            <a:xfrm>
              <a:off x="9671579" y="3451412"/>
              <a:ext cx="9563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มูลค่าคงเหลือ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EAAF1C-C3FB-403C-840F-980C2040FF03}"/>
                </a:ext>
              </a:extLst>
            </p:cNvPr>
            <p:cNvSpPr txBox="1"/>
            <p:nvPr/>
          </p:nvSpPr>
          <p:spPr>
            <a:xfrm>
              <a:off x="6737563" y="3254187"/>
              <a:ext cx="11234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มูลค่าค่าใช้จ่าย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749E96-CFDD-4136-8644-35DD325CA6A8}"/>
                </a:ext>
              </a:extLst>
            </p:cNvPr>
            <p:cNvSpPr txBox="1"/>
            <p:nvPr/>
          </p:nvSpPr>
          <p:spPr>
            <a:xfrm>
              <a:off x="3524998" y="4554507"/>
              <a:ext cx="1490223" cy="1015663"/>
            </a:xfrm>
            <a:prstGeom prst="rect">
              <a:avLst/>
            </a:prstGeom>
            <a:solidFill>
              <a:srgbClr val="D5F4FF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ตารางการตรวจสอบในการ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114AA61-BC05-4821-94D2-DB2EF41DD308}"/>
                </a:ext>
              </a:extLst>
            </p:cNvPr>
            <p:cNvCxnSpPr>
              <a:cxnSpLocks/>
            </p:cNvCxnSpPr>
            <p:nvPr/>
          </p:nvCxnSpPr>
          <p:spPr>
            <a:xfrm>
              <a:off x="4736673" y="4766504"/>
              <a:ext cx="87742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0D70CB-B0F2-4D49-B9E7-9F26C667D070}"/>
                </a:ext>
              </a:extLst>
            </p:cNvPr>
            <p:cNvSpPr/>
            <p:nvPr/>
          </p:nvSpPr>
          <p:spPr>
            <a:xfrm>
              <a:off x="10443881" y="4379795"/>
              <a:ext cx="407844" cy="9217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A0AC6A-0E33-4EFD-8F41-5183443EDBA0}"/>
                </a:ext>
              </a:extLst>
            </p:cNvPr>
            <p:cNvSpPr txBox="1"/>
            <p:nvPr/>
          </p:nvSpPr>
          <p:spPr>
            <a:xfrm>
              <a:off x="10409733" y="5507701"/>
              <a:ext cx="830998" cy="33855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90D5C94-25ED-4B50-9C4F-E877C450A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0782" y="5334000"/>
              <a:ext cx="0" cy="1737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212F22-69B8-4471-9DDA-E5A2E006BBFB}"/>
                </a:ext>
              </a:extLst>
            </p:cNvPr>
            <p:cNvSpPr txBox="1"/>
            <p:nvPr/>
          </p:nvSpPr>
          <p:spPr>
            <a:xfrm>
              <a:off x="6266353" y="4762768"/>
              <a:ext cx="987686" cy="33855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ปีงบประมาณ</a:t>
              </a:r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5A935032-85B3-44DB-9C2C-79B4C6F17582}"/>
                </a:ext>
              </a:extLst>
            </p:cNvPr>
            <p:cNvSpPr/>
            <p:nvPr/>
          </p:nvSpPr>
          <p:spPr>
            <a:xfrm>
              <a:off x="6069055" y="4625789"/>
              <a:ext cx="98652" cy="560293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84D8C70-63D3-407E-BA74-30CD50FFF633}"/>
                </a:ext>
              </a:extLst>
            </p:cNvPr>
            <p:cNvSpPr/>
            <p:nvPr/>
          </p:nvSpPr>
          <p:spPr>
            <a:xfrm>
              <a:off x="6400178" y="1783182"/>
              <a:ext cx="337385" cy="27235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618643A-EFF8-4A42-85DC-6166DCC13D57}"/>
                </a:ext>
              </a:extLst>
            </p:cNvPr>
            <p:cNvSpPr/>
            <p:nvPr/>
          </p:nvSpPr>
          <p:spPr>
            <a:xfrm>
              <a:off x="9213492" y="1801558"/>
              <a:ext cx="337385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B94688-C47E-4E4E-842C-DA7A6D1B371D}"/>
                </a:ext>
              </a:extLst>
            </p:cNvPr>
            <p:cNvSpPr txBox="1"/>
            <p:nvPr/>
          </p:nvSpPr>
          <p:spPr>
            <a:xfrm>
              <a:off x="3524998" y="2287527"/>
              <a:ext cx="1490223" cy="1107996"/>
            </a:xfrm>
            <a:prstGeom prst="rect">
              <a:avLst/>
            </a:prstGeom>
            <a:solidFill>
              <a:srgbClr val="E5FFE5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</a:t>
              </a:r>
            </a:p>
            <a:p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Line</a:t>
              </a:r>
            </a:p>
            <a:p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18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EB90A3F-3A4B-4592-8AE5-D0D61C653351}"/>
                </a:ext>
              </a:extLst>
            </p:cNvPr>
            <p:cNvCxnSpPr/>
            <p:nvPr/>
          </p:nvCxnSpPr>
          <p:spPr>
            <a:xfrm>
              <a:off x="6813176" y="1900518"/>
              <a:ext cx="2348753" cy="0"/>
            </a:xfrm>
            <a:prstGeom prst="straightConnector1">
              <a:avLst/>
            </a:prstGeom>
            <a:ln w="1905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854C01-F011-4450-A0CD-A2CD3E132785}"/>
                </a:ext>
              </a:extLst>
            </p:cNvPr>
            <p:cNvSpPr/>
            <p:nvPr/>
          </p:nvSpPr>
          <p:spPr>
            <a:xfrm>
              <a:off x="9375855" y="4379795"/>
              <a:ext cx="1029236" cy="921779"/>
            </a:xfrm>
            <a:prstGeom prst="rect">
              <a:avLst/>
            </a:prstGeom>
            <a:noFill/>
            <a:ln w="19050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612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10">
              <a:srgbClr val="FFFFFF"/>
            </a:gs>
            <a:gs pos="50000">
              <a:srgbClr val="E1FFFF"/>
            </a:gs>
            <a:gs pos="23009">
              <a:srgbClr val="FFF3FF"/>
            </a:gs>
            <a:gs pos="100000">
              <a:srgbClr val="FFFFE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45535-EFCF-4890-82B7-84E645A910D8}"/>
              </a:ext>
            </a:extLst>
          </p:cNvPr>
          <p:cNvSpPr txBox="1"/>
          <p:nvPr/>
        </p:nvSpPr>
        <p:spPr>
          <a:xfrm>
            <a:off x="1317812" y="537881"/>
            <a:ext cx="9771529" cy="5786199"/>
          </a:xfrm>
          <a:custGeom>
            <a:avLst/>
            <a:gdLst>
              <a:gd name="connsiteX0" fmla="*/ 0 w 9771529"/>
              <a:gd name="connsiteY0" fmla="*/ 0 h 5786199"/>
              <a:gd name="connsiteX1" fmla="*/ 9771529 w 9771529"/>
              <a:gd name="connsiteY1" fmla="*/ 0 h 5786199"/>
              <a:gd name="connsiteX2" fmla="*/ 9771529 w 9771529"/>
              <a:gd name="connsiteY2" fmla="*/ 5786199 h 5786199"/>
              <a:gd name="connsiteX3" fmla="*/ 0 w 9771529"/>
              <a:gd name="connsiteY3" fmla="*/ 5786199 h 5786199"/>
              <a:gd name="connsiteX4" fmla="*/ 0 w 9771529"/>
              <a:gd name="connsiteY4" fmla="*/ 0 h 578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1529" h="5786199" extrusionOk="0">
                <a:moveTo>
                  <a:pt x="0" y="0"/>
                </a:moveTo>
                <a:cubicBezTo>
                  <a:pt x="3242040" y="-5264"/>
                  <a:pt x="5063176" y="84467"/>
                  <a:pt x="9771529" y="0"/>
                </a:cubicBezTo>
                <a:cubicBezTo>
                  <a:pt x="9643356" y="2250758"/>
                  <a:pt x="9900679" y="4700546"/>
                  <a:pt x="9771529" y="5786199"/>
                </a:cubicBezTo>
                <a:cubicBezTo>
                  <a:pt x="8578475" y="5892519"/>
                  <a:pt x="3025166" y="5778550"/>
                  <a:pt x="0" y="5786199"/>
                </a:cubicBezTo>
                <a:cubicBezTo>
                  <a:pt x="160128" y="3504087"/>
                  <a:pt x="25049" y="1123900"/>
                  <a:pt x="0" y="0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xmlns="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50800" dir="5400000" sx="101000" sy="101000" algn="ctr" rotWithShape="0">
              <a:srgbClr val="FF66FF">
                <a:alpha val="7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</a:t>
            </a:r>
            <a:endParaRPr lang="th-TH" sz="5000" dirty="0">
              <a:solidFill>
                <a:srgbClr val="0000FF"/>
              </a:solidFill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สำหรับการบันทึก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มีเพียงเท่านี้ และในส่วนการ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 Deferred Expense Recognition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(การรับรู้ค่าใช้จ่ายรอตัดบัญชี) ต้องทำ ทุกๆสิ้นเดือนเพื่อให้เกิดค่าใช้จ่ายประจำเดือน ซึ่งต้องนำค่าใช้จ่ายดังกล่าวมาจัดทำงบการเงินประจำเดือน และต้องทยอยตัดค่าใช้จ่ายแบบนี้ ในหัวข้อนี้ (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Deferred Expense Recognition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จนครบปีงบประมาณที่ตั้งไว้จนครบอายุ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ที่เราตั้งเอาไว้ ถือเป็นอันตัดจ่ายเสร็จสมบูรณ์ค่ะ</a:t>
            </a:r>
          </a:p>
          <a:p>
            <a:endParaRPr lang="th-TH" sz="4000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317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9000">
              <a:srgbClr val="FFFFD5"/>
            </a:gs>
            <a:gs pos="90259">
              <a:srgbClr val="EBFAFF"/>
            </a:gs>
            <a:gs pos="83000">
              <a:srgbClr val="FFF3FF"/>
            </a:gs>
            <a:gs pos="100000">
              <a:srgbClr val="D1F3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AD3331-BD42-4CDE-B670-EA17A8BAF12A}"/>
              </a:ext>
            </a:extLst>
          </p:cNvPr>
          <p:cNvSpPr/>
          <p:nvPr/>
        </p:nvSpPr>
        <p:spPr>
          <a:xfrm>
            <a:off x="1605700" y="2131280"/>
            <a:ext cx="9019309" cy="1631216"/>
          </a:xfrm>
          <a:custGeom>
            <a:avLst/>
            <a:gdLst>
              <a:gd name="connsiteX0" fmla="*/ 0 w 9019309"/>
              <a:gd name="connsiteY0" fmla="*/ 0 h 1631216"/>
              <a:gd name="connsiteX1" fmla="*/ 9019309 w 9019309"/>
              <a:gd name="connsiteY1" fmla="*/ 0 h 1631216"/>
              <a:gd name="connsiteX2" fmla="*/ 9019309 w 9019309"/>
              <a:gd name="connsiteY2" fmla="*/ 1631216 h 1631216"/>
              <a:gd name="connsiteX3" fmla="*/ 0 w 9019309"/>
              <a:gd name="connsiteY3" fmla="*/ 1631216 h 1631216"/>
              <a:gd name="connsiteX4" fmla="*/ 0 w 9019309"/>
              <a:gd name="connsiteY4" fmla="*/ 0 h 163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9309" h="1631216" fill="none" extrusionOk="0">
                <a:moveTo>
                  <a:pt x="0" y="0"/>
                </a:moveTo>
                <a:cubicBezTo>
                  <a:pt x="1817963" y="-155670"/>
                  <a:pt x="6743375" y="98311"/>
                  <a:pt x="9019309" y="0"/>
                </a:cubicBezTo>
                <a:cubicBezTo>
                  <a:pt x="9016325" y="649497"/>
                  <a:pt x="9099660" y="1149377"/>
                  <a:pt x="9019309" y="1631216"/>
                </a:cubicBezTo>
                <a:cubicBezTo>
                  <a:pt x="7084297" y="1471403"/>
                  <a:pt x="4444585" y="1655714"/>
                  <a:pt x="0" y="1631216"/>
                </a:cubicBezTo>
                <a:cubicBezTo>
                  <a:pt x="36484" y="1178583"/>
                  <a:pt x="93915" y="516130"/>
                  <a:pt x="0" y="0"/>
                </a:cubicBezTo>
                <a:close/>
              </a:path>
              <a:path w="9019309" h="1631216" stroke="0" extrusionOk="0">
                <a:moveTo>
                  <a:pt x="0" y="0"/>
                </a:moveTo>
                <a:cubicBezTo>
                  <a:pt x="2049710" y="-33187"/>
                  <a:pt x="6849506" y="-95084"/>
                  <a:pt x="9019309" y="0"/>
                </a:cubicBezTo>
                <a:cubicBezTo>
                  <a:pt x="9084028" y="426298"/>
                  <a:pt x="9053372" y="924629"/>
                  <a:pt x="9019309" y="1631216"/>
                </a:cubicBezTo>
                <a:cubicBezTo>
                  <a:pt x="5897649" y="1631436"/>
                  <a:pt x="3625589" y="1699345"/>
                  <a:pt x="0" y="1631216"/>
                </a:cubicBezTo>
                <a:cubicBezTo>
                  <a:pt x="-100466" y="1086176"/>
                  <a:pt x="12281" y="645054"/>
                  <a:pt x="0" y="0"/>
                </a:cubicBezTo>
                <a:close/>
              </a:path>
            </a:pathLst>
          </a:custGeom>
          <a:ln w="57150">
            <a:extLst>
              <a:ext uri="{C807C97D-BFC1-408E-A445-0C87EB9F89A2}">
                <ask:lineSketchStyleProps xmlns:ask="http://schemas.microsoft.com/office/drawing/2018/sketchyshapes" xmlns="" sd="192101588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1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จบการนำเสนอค่ะ</a:t>
            </a:r>
            <a:endParaRPr lang="en-US" sz="10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6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4431</TotalTime>
  <Words>924</Words>
  <Application>Microsoft Office PowerPoint</Application>
  <PresentationFormat>Widescreen</PresentationFormat>
  <Paragraphs>168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5011_thE_Little_Uki_noworry</vt:lpstr>
      <vt:lpstr>Angsana New</vt:lpstr>
      <vt:lpstr>Arial</vt:lpstr>
      <vt:lpstr>Calibri</vt:lpstr>
      <vt:lpstr>Calibri Light</vt:lpstr>
      <vt:lpstr>Cordia New</vt:lpstr>
      <vt:lpstr>Tahoma</vt:lpstr>
      <vt:lpstr>Wingdings</vt:lpstr>
      <vt:lpstr>Office Theme</vt:lpstr>
      <vt:lpstr>PowerPoint Presentation</vt:lpstr>
      <vt:lpstr>PowerPoint Presentation</vt:lpstr>
      <vt:lpstr>APP050 บันทึกตั้งหนี้อื่นๆที่ไม่เกี่ยวกับการเปิด PO Amortization ขั้นตอนการตั้งและทยอยตัดจ่ายค่าใช้จ่ายมีหัวข้อดังนี้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Narumon Sroithong</dc:creator>
  <cp:lastModifiedBy>Nattaporn Pumduang</cp:lastModifiedBy>
  <cp:revision>189</cp:revision>
  <cp:lastPrinted>2024-08-02T09:25:30Z</cp:lastPrinted>
  <dcterms:created xsi:type="dcterms:W3CDTF">2024-03-23T06:41:04Z</dcterms:created>
  <dcterms:modified xsi:type="dcterms:W3CDTF">2024-08-15T06:05:26Z</dcterms:modified>
</cp:coreProperties>
</file>