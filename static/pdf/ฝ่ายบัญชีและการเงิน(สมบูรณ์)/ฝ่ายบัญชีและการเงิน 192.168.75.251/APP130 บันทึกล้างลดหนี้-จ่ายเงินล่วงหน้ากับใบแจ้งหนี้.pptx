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797675" cy="9929813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33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765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806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3396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3228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0344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828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695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087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9914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15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656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0">
              <a:schemeClr val="accent2">
                <a:lumMod val="20000"/>
                <a:lumOff val="80000"/>
              </a:schemeClr>
            </a:gs>
            <a:gs pos="0">
              <a:scrgbClr r="0" g="0" b="0"/>
            </a:gs>
            <a:gs pos="0">
              <a:schemeClr val="bg1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4D6B9-F8B9-4767-AD26-D7B25A5A126D}" type="datetimeFigureOut">
              <a:rPr lang="th-TH" smtClean="0"/>
              <a:t>13/08/67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C38F3-BF14-4047-94E5-5D838A807A28}"/>
              </a:ext>
            </a:extLst>
          </p:cNvPr>
          <p:cNvSpPr txBox="1"/>
          <p:nvPr userDrawn="1"/>
        </p:nvSpPr>
        <p:spPr>
          <a:xfrm>
            <a:off x="1409351" y="129316"/>
            <a:ext cx="100080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APP130</a:t>
            </a:r>
            <a:r>
              <a:rPr lang="th-TH" dirty="0"/>
              <a:t> บันทึกล้างลดหนี้/ จ่ายเงินล่วงหน้ากับใบแจ้งหนี้</a:t>
            </a:r>
          </a:p>
          <a:p>
            <a:r>
              <a:rPr lang="th-TH" u="sng" dirty="0"/>
              <a:t>							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E591DC-AE1A-432B-AF07-0A2DD65D52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1967" t="33395" r="296" b="29786"/>
          <a:stretch/>
        </p:blipFill>
        <p:spPr>
          <a:xfrm>
            <a:off x="9059722" y="-48805"/>
            <a:ext cx="2888032" cy="8791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EBC8C7-054A-4B9F-A0ED-0EB1F131743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35561" y="194545"/>
            <a:ext cx="905602" cy="9056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184606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3597293-0F12-4981-BDCF-9BDCA89CD702}"/>
              </a:ext>
            </a:extLst>
          </p:cNvPr>
          <p:cNvSpPr txBox="1"/>
          <p:nvPr/>
        </p:nvSpPr>
        <p:spPr>
          <a:xfrm>
            <a:off x="3048733" y="2740904"/>
            <a:ext cx="60974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App100 </a:t>
            </a:r>
            <a:r>
              <a:rPr lang="th-TH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การชำระหนี้ตามใบแจ้งหนี้-เลือก</a:t>
            </a:r>
            <a:r>
              <a:rPr lang="en-US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 Invoice </a:t>
            </a:r>
            <a:r>
              <a:rPr lang="th-TH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ที่ถึงกำหนดชำระ</a:t>
            </a:r>
            <a:br>
              <a:rPr lang="en-US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</a:br>
            <a:r>
              <a:rPr lang="en-US" sz="24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(ap payment ENTRY : invoice payment)</a:t>
            </a:r>
            <a:endParaRPr lang="th-TH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1443808-1CB3-4AC3-802C-D2BA18B8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1471572"/>
            <a:ext cx="10600267" cy="330200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App100 </a:t>
            </a:r>
            <a:r>
              <a:rPr lang="th-TH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การชำระหนี้ตามใบแจ้งหนี้-เลือก</a:t>
            </a:r>
            <a:r>
              <a:rPr lang="en-US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 Invoice </a:t>
            </a:r>
            <a:r>
              <a:rPr lang="th-TH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ที่ถึงกำหนดชำระ</a:t>
            </a:r>
            <a:br>
              <a:rPr lang="en-US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</a:br>
            <a:r>
              <a:rPr lang="en-US" sz="54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(ap payment ENTRY : invoice payment)</a:t>
            </a:r>
            <a:endParaRPr lang="th-TH" sz="5400" b="1" dirty="0">
              <a:solidFill>
                <a:schemeClr val="bg1"/>
              </a:solidFill>
              <a:latin typeface="AngsanaUPC" panose="02020603050405020304" pitchFamily="18" charset="-34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7E2814B-F4DB-49E0-9B2D-1CA031A7B124}"/>
              </a:ext>
            </a:extLst>
          </p:cNvPr>
          <p:cNvSpPr txBox="1">
            <a:spLocks/>
          </p:cNvSpPr>
          <p:nvPr/>
        </p:nvSpPr>
        <p:spPr>
          <a:xfrm>
            <a:off x="939800" y="1711894"/>
            <a:ext cx="10600267" cy="330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all" spc="0" normalizeH="0" baseline="0" noProof="0" dirty="0">
                <a:ln w="3175" cmpd="sng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ngsanaUPC" panose="02020603050405020304" pitchFamily="18" charset="-34"/>
                <a:ea typeface="+mj-ea"/>
                <a:cs typeface="+mj-cs"/>
              </a:rPr>
              <a:t>App</a:t>
            </a:r>
            <a:r>
              <a:rPr lang="th-TH" sz="5000" b="1" dirty="0">
                <a:solidFill>
                  <a:sysClr val="windowText" lastClr="000000"/>
                </a:solidFill>
                <a:latin typeface="AngsanaUPC" panose="02020603050405020304" pitchFamily="18" charset="-34"/>
              </a:rPr>
              <a:t>130 บันทึกล้างลดหนี้/ จ่ายเงินล่วงหน้ากับใบแจ้งหนี้ </a:t>
            </a:r>
            <a:r>
              <a:rPr kumimoji="0" lang="en-US" sz="5000" b="1" i="0" u="none" strike="noStrike" kern="1200" cap="all" spc="0" normalizeH="0" baseline="0" noProof="0" dirty="0">
                <a:ln w="3175" cmpd="sng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ngsanaUPC" panose="02020603050405020304" pitchFamily="18" charset="-34"/>
                <a:ea typeface="+mj-ea"/>
                <a:cs typeface="+mj-cs"/>
              </a:rPr>
              <a:t>(apply debit memo/ prepayment)</a:t>
            </a:r>
            <a:endParaRPr kumimoji="0" lang="th-TH" sz="5000" b="1" i="0" u="none" strike="noStrike" kern="1200" cap="all" spc="0" normalizeH="0" baseline="0" noProof="0" dirty="0">
              <a:ln w="3175" cmpd="sng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ngsanaUPC" panose="02020603050405020304" pitchFamily="18" charset="-34"/>
              <a:ea typeface="+mj-ea"/>
              <a:cs typeface="Dilleni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8013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55" t="97" r="23344" b="30136"/>
          <a:stretch/>
        </p:blipFill>
        <p:spPr>
          <a:xfrm>
            <a:off x="1639306" y="1388539"/>
            <a:ext cx="8934549" cy="4568401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chemeClr val="accent2">
                  <a:lumMod val="20000"/>
                  <a:lumOff val="80000"/>
                </a:schemeClr>
              </a:gs>
              <a:gs pos="0">
                <a:scrgbClr r="0" g="0" b="0"/>
              </a:gs>
              <a:gs pos="0">
                <a:schemeClr val="bg1"/>
              </a:gs>
              <a:gs pos="8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</p:spPr>
      </p:pic>
      <p:sp>
        <p:nvSpPr>
          <p:cNvPr id="5" name="Rounded Rectangle 4"/>
          <p:cNvSpPr/>
          <p:nvPr/>
        </p:nvSpPr>
        <p:spPr>
          <a:xfrm>
            <a:off x="2213470" y="2505662"/>
            <a:ext cx="512796" cy="3920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le 5"/>
          <p:cNvSpPr/>
          <p:nvPr/>
        </p:nvSpPr>
        <p:spPr>
          <a:xfrm>
            <a:off x="2128350" y="4599767"/>
            <a:ext cx="1779430" cy="3348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ounded Rectangle 6"/>
          <p:cNvSpPr/>
          <p:nvPr/>
        </p:nvSpPr>
        <p:spPr>
          <a:xfrm>
            <a:off x="2128350" y="3920882"/>
            <a:ext cx="1867437" cy="3262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ounded Rectangle 7"/>
          <p:cNvSpPr/>
          <p:nvPr/>
        </p:nvSpPr>
        <p:spPr>
          <a:xfrm>
            <a:off x="2128350" y="5085546"/>
            <a:ext cx="1779430" cy="3348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ounded Rectangle 8"/>
          <p:cNvSpPr/>
          <p:nvPr/>
        </p:nvSpPr>
        <p:spPr>
          <a:xfrm>
            <a:off x="4650024" y="3256525"/>
            <a:ext cx="2425520" cy="3958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Horizontal Scroll 10"/>
          <p:cNvSpPr/>
          <p:nvPr/>
        </p:nvSpPr>
        <p:spPr>
          <a:xfrm>
            <a:off x="1357831" y="2487999"/>
            <a:ext cx="534562" cy="427388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</a:t>
            </a:r>
            <a:endParaRPr lang="th-TH" sz="1800" dirty="0">
              <a:solidFill>
                <a:srgbClr val="FF0000"/>
              </a:solidFill>
            </a:endParaRPr>
          </a:p>
        </p:txBody>
      </p:sp>
      <p:sp>
        <p:nvSpPr>
          <p:cNvPr id="12" name="Horizontal Scroll 11"/>
          <p:cNvSpPr/>
          <p:nvPr/>
        </p:nvSpPr>
        <p:spPr>
          <a:xfrm>
            <a:off x="1396857" y="3944031"/>
            <a:ext cx="482952" cy="3348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2</a:t>
            </a:r>
            <a:endParaRPr lang="th-TH" sz="1800" dirty="0">
              <a:solidFill>
                <a:srgbClr val="FF0000"/>
              </a:solidFill>
            </a:endParaRPr>
          </a:p>
        </p:txBody>
      </p:sp>
      <p:sp>
        <p:nvSpPr>
          <p:cNvPr id="13" name="Horizontal Scroll 12"/>
          <p:cNvSpPr/>
          <p:nvPr/>
        </p:nvSpPr>
        <p:spPr>
          <a:xfrm>
            <a:off x="1399278" y="4552325"/>
            <a:ext cx="482952" cy="3348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268" y="1848329"/>
            <a:ext cx="3401455" cy="1810915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เข้า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Menu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Financial Management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Accounts Payable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General Operations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Apply Debit Memo/ Prepayment 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7" name="Horizontal Scroll 12">
            <a:extLst>
              <a:ext uri="{FF2B5EF4-FFF2-40B4-BE49-F238E27FC236}">
                <a16:creationId xmlns:a16="http://schemas.microsoft.com/office/drawing/2014/main" id="{A868B0D1-B585-4373-820D-22304D596D24}"/>
              </a:ext>
            </a:extLst>
          </p:cNvPr>
          <p:cNvSpPr/>
          <p:nvPr/>
        </p:nvSpPr>
        <p:spPr>
          <a:xfrm>
            <a:off x="1399278" y="5199015"/>
            <a:ext cx="482952" cy="3348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9" name="Horizontal Scroll 14">
            <a:extLst>
              <a:ext uri="{FF2B5EF4-FFF2-40B4-BE49-F238E27FC236}">
                <a16:creationId xmlns:a16="http://schemas.microsoft.com/office/drawing/2014/main" id="{2CE9DFE2-B253-4613-A8C9-6A28306187D2}"/>
              </a:ext>
            </a:extLst>
          </p:cNvPr>
          <p:cNvSpPr/>
          <p:nvPr/>
        </p:nvSpPr>
        <p:spPr>
          <a:xfrm>
            <a:off x="4078242" y="3294210"/>
            <a:ext cx="520980" cy="3348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7040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740" t="-2860" r="18642" b="47042"/>
          <a:stretch/>
        </p:blipFill>
        <p:spPr>
          <a:xfrm>
            <a:off x="699354" y="1138646"/>
            <a:ext cx="10674599" cy="495419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9354" y="1874830"/>
            <a:ext cx="463640" cy="4893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1320641" y="1618325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35636" y="3242256"/>
            <a:ext cx="1329665" cy="373487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กด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New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9936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442" t="484" r="14540" b="49316"/>
          <a:stretch/>
        </p:blipFill>
        <p:spPr>
          <a:xfrm>
            <a:off x="303610" y="1446966"/>
            <a:ext cx="11041727" cy="432730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0925" y="2116667"/>
            <a:ext cx="2591795" cy="4893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841384" y="1525312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99757" y="1962121"/>
            <a:ext cx="2334218" cy="798490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7. 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New Debit Memo/ Correction Invoice</a:t>
            </a:r>
          </a:p>
        </p:txBody>
      </p:sp>
    </p:spTree>
    <p:extLst>
      <p:ext uri="{BB962C8B-B14F-4D97-AF65-F5344CB8AC3E}">
        <p14:creationId xmlns:p14="http://schemas.microsoft.com/office/powerpoint/2010/main" val="2585592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739" t="484" r="11897" b="44952"/>
          <a:stretch/>
        </p:blipFill>
        <p:spPr>
          <a:xfrm>
            <a:off x="467421" y="1519527"/>
            <a:ext cx="11237362" cy="46357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34172" y="3140656"/>
            <a:ext cx="1419818" cy="3477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ounded Rectangle 3"/>
          <p:cNvSpPr/>
          <p:nvPr/>
        </p:nvSpPr>
        <p:spPr>
          <a:xfrm>
            <a:off x="10284964" y="4191356"/>
            <a:ext cx="1419818" cy="3477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Horizontal Scroll 4"/>
          <p:cNvSpPr/>
          <p:nvPr/>
        </p:nvSpPr>
        <p:spPr>
          <a:xfrm>
            <a:off x="5096304" y="2340019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42608" y="1921986"/>
            <a:ext cx="2528668" cy="933455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8. กดเลือกแถบ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Invoice …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9. กด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Search</a:t>
            </a:r>
          </a:p>
        </p:txBody>
      </p:sp>
      <p:sp>
        <p:nvSpPr>
          <p:cNvPr id="7" name="Horizontal Scroll 6"/>
          <p:cNvSpPr/>
          <p:nvPr/>
        </p:nvSpPr>
        <p:spPr>
          <a:xfrm>
            <a:off x="8868738" y="3244760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3998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-251" b="8142"/>
          <a:stretch/>
        </p:blipFill>
        <p:spPr>
          <a:xfrm>
            <a:off x="735910" y="1275129"/>
            <a:ext cx="10327777" cy="532040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32234" y="3696713"/>
            <a:ext cx="9785396" cy="3477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ounded Rectangle 10"/>
          <p:cNvSpPr/>
          <p:nvPr/>
        </p:nvSpPr>
        <p:spPr>
          <a:xfrm>
            <a:off x="781858" y="6316134"/>
            <a:ext cx="692910" cy="3477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Horizontal Scroll 4"/>
          <p:cNvSpPr/>
          <p:nvPr/>
        </p:nvSpPr>
        <p:spPr>
          <a:xfrm>
            <a:off x="2067901" y="2613578"/>
            <a:ext cx="632966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34250" y="2214688"/>
            <a:ext cx="5731099" cy="772735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10. เลือก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Inv.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ใบลดหนี้ ที่ต้องการจะทำลดหนี้จาก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Inv.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ใบไหน เลือกเสร็จแล้ว กด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27387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3442" t="483" r="14109" b="34598"/>
          <a:stretch/>
        </p:blipFill>
        <p:spPr>
          <a:xfrm>
            <a:off x="1397515" y="1290862"/>
            <a:ext cx="9101153" cy="45850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 flipV="1">
            <a:off x="8112104" y="3739644"/>
            <a:ext cx="2310483" cy="20477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ounded Rectangle 9"/>
          <p:cNvSpPr/>
          <p:nvPr/>
        </p:nvSpPr>
        <p:spPr>
          <a:xfrm flipV="1">
            <a:off x="1644765" y="1653265"/>
            <a:ext cx="419434" cy="4507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Horizontal Scroll 4"/>
          <p:cNvSpPr/>
          <p:nvPr/>
        </p:nvSpPr>
        <p:spPr>
          <a:xfrm>
            <a:off x="8037849" y="3048478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16254" y="1803870"/>
            <a:ext cx="3289278" cy="814589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11. กดเลือกวันที่ที่ต้องการให้มีผลกับ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Inv. </a:t>
            </a:r>
          </a:p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12.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Save</a:t>
            </a:r>
          </a:p>
        </p:txBody>
      </p:sp>
      <p:sp>
        <p:nvSpPr>
          <p:cNvPr id="8" name="Horizontal Scroll 7"/>
          <p:cNvSpPr/>
          <p:nvPr/>
        </p:nvSpPr>
        <p:spPr>
          <a:xfrm>
            <a:off x="2311449" y="1290861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1720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3442" t="-45" r="13531" b="34672"/>
          <a:stretch/>
        </p:blipFill>
        <p:spPr>
          <a:xfrm>
            <a:off x="1280950" y="1255186"/>
            <a:ext cx="9559966" cy="481150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 flipV="1">
            <a:off x="1280951" y="1580877"/>
            <a:ext cx="864372" cy="8242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2398395" y="2573229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5771" y="2031640"/>
            <a:ext cx="1329665" cy="373487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13.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กด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New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59176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3659" t="-44" r="14233" b="43033"/>
          <a:stretch/>
        </p:blipFill>
        <p:spPr>
          <a:xfrm>
            <a:off x="1450238" y="1298350"/>
            <a:ext cx="9381886" cy="417046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50237" y="2266062"/>
            <a:ext cx="1893195" cy="3606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2714919" y="1298350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0127" y="2961523"/>
            <a:ext cx="1934972" cy="632860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14. 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New Invoice</a:t>
            </a:r>
          </a:p>
        </p:txBody>
      </p:sp>
    </p:spTree>
    <p:extLst>
      <p:ext uri="{BB962C8B-B14F-4D97-AF65-F5344CB8AC3E}">
        <p14:creationId xmlns:p14="http://schemas.microsoft.com/office/powerpoint/2010/main" val="82827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59475" y="1477231"/>
            <a:ext cx="10594678" cy="3358538"/>
            <a:chOff x="439668" y="360608"/>
            <a:chExt cx="10594678" cy="335853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13343" t="132" r="14012" b="58909"/>
            <a:stretch/>
          </p:blipFill>
          <p:spPr>
            <a:xfrm>
              <a:off x="439668" y="360608"/>
              <a:ext cx="10594678" cy="3358538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3503054" y="1893194"/>
              <a:ext cx="1918952" cy="56667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752161" y="1313996"/>
              <a:ext cx="1934972" cy="632860"/>
            </a:xfrm>
            <a:prstGeom prst="roundRect">
              <a:avLst/>
            </a:prstGeom>
            <a:solidFill>
              <a:srgbClr val="FFC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15. เลือก</a:t>
              </a:r>
              <a:r>
                <a:rPr lang="en-US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Invoice…</a:t>
              </a:r>
            </a:p>
          </p:txBody>
        </p:sp>
        <p:sp>
          <p:nvSpPr>
            <p:cNvPr id="5" name="Horizontal Scroll 4"/>
            <p:cNvSpPr/>
            <p:nvPr/>
          </p:nvSpPr>
          <p:spPr>
            <a:xfrm>
              <a:off x="2526811" y="1946856"/>
              <a:ext cx="646088" cy="513009"/>
            </a:xfrm>
            <a:prstGeom prst="horizontalScroll">
              <a:avLst/>
            </a:prstGeom>
            <a:solidFill>
              <a:srgbClr val="CCFF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15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211392" y="1429555"/>
              <a:ext cx="669701" cy="30909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18166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-1276" r="1135" b="8143"/>
          <a:stretch/>
        </p:blipFill>
        <p:spPr>
          <a:xfrm>
            <a:off x="730206" y="1107830"/>
            <a:ext cx="10574649" cy="56006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406314" y="1872087"/>
            <a:ext cx="898541" cy="2923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 flipH="1">
            <a:off x="659865" y="3286875"/>
            <a:ext cx="9432405" cy="222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730205" y="6444348"/>
            <a:ext cx="792584" cy="315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ounded Rectangle 9"/>
          <p:cNvSpPr/>
          <p:nvPr/>
        </p:nvSpPr>
        <p:spPr>
          <a:xfrm>
            <a:off x="838400" y="4484482"/>
            <a:ext cx="4619424" cy="1023094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cs typeface="+mj-cs"/>
              </a:rPr>
              <a:t>16. 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กด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 Search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 แล้วเลือก </a:t>
            </a:r>
            <a:r>
              <a:rPr lang="en-US" sz="2400" dirty="0" err="1">
                <a:solidFill>
                  <a:schemeClr val="tx1"/>
                </a:solidFill>
                <a:cs typeface="+mj-cs"/>
              </a:rPr>
              <a:t>Inv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. คลุมให้ขึ้นแถบสีฟ้า เสร็จแล้วกด 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OK</a:t>
            </a:r>
            <a:endParaRPr lang="th-TH" sz="24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9667702" y="1698648"/>
            <a:ext cx="577906" cy="4657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55130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3937" t="308" r="13508" b="29094"/>
          <a:stretch/>
        </p:blipFill>
        <p:spPr>
          <a:xfrm>
            <a:off x="896815" y="1204174"/>
            <a:ext cx="9440214" cy="5164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604930" y="3602864"/>
            <a:ext cx="2331077" cy="3670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 flipV="1">
            <a:off x="1182710" y="1652953"/>
            <a:ext cx="338360" cy="4308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4217831" y="3910553"/>
            <a:ext cx="2513528" cy="5924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ounded Rectangle 9"/>
          <p:cNvSpPr/>
          <p:nvPr/>
        </p:nvSpPr>
        <p:spPr>
          <a:xfrm>
            <a:off x="4217831" y="4754203"/>
            <a:ext cx="5112912" cy="1262129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17.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ช่อง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Current Balance :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ยอดเงินของ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Inv.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ที่ดึงมาทำ</a:t>
            </a:r>
          </a:p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- ช่อง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Debit Amount :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ยอดเงินที่จะทำการลดหนี้</a:t>
            </a:r>
          </a:p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- ช่อง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New Balance :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ยอดเงินหลังหักใบลดหนี้</a:t>
            </a:r>
          </a:p>
        </p:txBody>
      </p:sp>
      <p:sp>
        <p:nvSpPr>
          <p:cNvPr id="11" name="Horizontal Scroll 10"/>
          <p:cNvSpPr/>
          <p:nvPr/>
        </p:nvSpPr>
        <p:spPr>
          <a:xfrm>
            <a:off x="3614671" y="2721735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69854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344" t="131" r="14656" b="39925"/>
          <a:stretch/>
        </p:blipFill>
        <p:spPr>
          <a:xfrm>
            <a:off x="669704" y="1218045"/>
            <a:ext cx="10453350" cy="48929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69472" y="3577434"/>
            <a:ext cx="2975390" cy="537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3575870" y="2178798"/>
            <a:ext cx="1004552" cy="437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1068946" y="1687750"/>
            <a:ext cx="334851" cy="3863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le 5"/>
          <p:cNvSpPr/>
          <p:nvPr/>
        </p:nvSpPr>
        <p:spPr>
          <a:xfrm>
            <a:off x="1968320" y="2155062"/>
            <a:ext cx="1210615" cy="461496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18.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กด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Save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7" name="Horizontal Scroll 6"/>
          <p:cNvSpPr/>
          <p:nvPr/>
        </p:nvSpPr>
        <p:spPr>
          <a:xfrm>
            <a:off x="1403797" y="1278846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7301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146" t="2771" r="14205" b="30884"/>
          <a:stretch/>
        </p:blipFill>
        <p:spPr>
          <a:xfrm>
            <a:off x="962242" y="1160709"/>
            <a:ext cx="9452474" cy="48532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35977" y="1436119"/>
            <a:ext cx="2623946" cy="476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ounded Rectangle 3"/>
          <p:cNvSpPr/>
          <p:nvPr/>
        </p:nvSpPr>
        <p:spPr>
          <a:xfrm>
            <a:off x="1777284" y="4662153"/>
            <a:ext cx="5022760" cy="1249250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cs typeface="+mj-cs"/>
              </a:rPr>
              <a:t>19. เลือกแถบเมนูคำสั่ง 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Actions 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เลือก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 Apply Debit Memo/ Correction Invoice</a:t>
            </a:r>
            <a:endParaRPr lang="th-TH" sz="24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5" name="Horizontal Scroll 4"/>
          <p:cNvSpPr/>
          <p:nvPr/>
        </p:nvSpPr>
        <p:spPr>
          <a:xfrm>
            <a:off x="1208464" y="1503733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77407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343" t="483" r="15180" b="38445"/>
          <a:stretch/>
        </p:blipFill>
        <p:spPr>
          <a:xfrm>
            <a:off x="1215938" y="1447390"/>
            <a:ext cx="8499562" cy="408297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85680" y="3448423"/>
            <a:ext cx="4001036" cy="1639129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cs typeface="+mj-cs"/>
              </a:rPr>
              <a:t>เมื่อกด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 Action Apply Debit Memo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 แล้วระบบจะล้างหน้าจอออกให้</a:t>
            </a:r>
          </a:p>
        </p:txBody>
      </p:sp>
    </p:spTree>
    <p:extLst>
      <p:ext uri="{BB962C8B-B14F-4D97-AF65-F5344CB8AC3E}">
        <p14:creationId xmlns:p14="http://schemas.microsoft.com/office/powerpoint/2010/main" val="280685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-343" r="37797" b="23074"/>
          <a:stretch/>
        </p:blipFill>
        <p:spPr>
          <a:xfrm>
            <a:off x="500987" y="1289352"/>
            <a:ext cx="7482428" cy="52257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39349" y="2494661"/>
            <a:ext cx="695459" cy="270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 flipV="1">
            <a:off x="3629279" y="4632553"/>
            <a:ext cx="1376764" cy="3477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 flipV="1">
            <a:off x="1348442" y="5158441"/>
            <a:ext cx="1169831" cy="311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le 5"/>
          <p:cNvSpPr/>
          <p:nvPr/>
        </p:nvSpPr>
        <p:spPr>
          <a:xfrm>
            <a:off x="8393187" y="1812080"/>
            <a:ext cx="3296991" cy="811370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cs typeface="+mj-cs"/>
              </a:rPr>
              <a:t>วิธีการตรวจสอบมี 2 วิธี ดังนี้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6829" y="1548064"/>
            <a:ext cx="813515" cy="605306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cs typeface="+mj-cs"/>
              </a:rPr>
              <a:t>วิธีที่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0613" y="3632295"/>
            <a:ext cx="2949262" cy="1695719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วิธีที่ 1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เข้า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Menu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Financial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General Operations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AP Invoice Tracker</a:t>
            </a:r>
          </a:p>
        </p:txBody>
      </p:sp>
      <p:sp>
        <p:nvSpPr>
          <p:cNvPr id="14" name="Rectangle 13"/>
          <p:cNvSpPr/>
          <p:nvPr/>
        </p:nvSpPr>
        <p:spPr>
          <a:xfrm flipV="1">
            <a:off x="1192386" y="3934948"/>
            <a:ext cx="1481941" cy="302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Horizontal Scroll 9"/>
          <p:cNvSpPr/>
          <p:nvPr/>
        </p:nvSpPr>
        <p:spPr>
          <a:xfrm>
            <a:off x="980319" y="2036657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Horizontal Scroll 11"/>
          <p:cNvSpPr/>
          <p:nvPr/>
        </p:nvSpPr>
        <p:spPr>
          <a:xfrm>
            <a:off x="1039349" y="3390610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Horizontal Scroll 12"/>
          <p:cNvSpPr/>
          <p:nvPr/>
        </p:nvSpPr>
        <p:spPr>
          <a:xfrm>
            <a:off x="980319" y="4720354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" name="Horizontal Scroll 14"/>
          <p:cNvSpPr/>
          <p:nvPr/>
        </p:nvSpPr>
        <p:spPr>
          <a:xfrm>
            <a:off x="3372164" y="4086274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6549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073" t="9491" r="12715" b="29078"/>
          <a:stretch/>
        </p:blipFill>
        <p:spPr>
          <a:xfrm>
            <a:off x="708337" y="1405534"/>
            <a:ext cx="10543325" cy="4906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62908" y="2181738"/>
            <a:ext cx="1687131" cy="386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9015211" y="4512814"/>
            <a:ext cx="2099257" cy="3970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Horizontal Scroll 5"/>
          <p:cNvSpPr/>
          <p:nvPr/>
        </p:nvSpPr>
        <p:spPr>
          <a:xfrm>
            <a:off x="4262908" y="1667863"/>
            <a:ext cx="513418" cy="449482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206" y="1969236"/>
            <a:ext cx="3309870" cy="1062507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cs typeface="+mj-cs"/>
              </a:rPr>
              <a:t>5. ใส่เลขที่ใบลดหนี้ในช่อง </a:t>
            </a:r>
            <a:r>
              <a:rPr lang="en-US" sz="2000" dirty="0">
                <a:solidFill>
                  <a:schemeClr val="tx1"/>
                </a:solidFill>
                <a:cs typeface="+mj-cs"/>
              </a:rPr>
              <a:t>Invoice…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 แล้ว</a:t>
            </a:r>
            <a:r>
              <a:rPr lang="en-US" sz="2000" dirty="0">
                <a:solidFill>
                  <a:schemeClr val="tx1"/>
                </a:solidFill>
                <a:cs typeface="+mj-cs"/>
              </a:rPr>
              <a:t> Tab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 ระบบจะแสดงยอดของใบลดหนี้คงเหลือ</a:t>
            </a:r>
          </a:p>
        </p:txBody>
      </p:sp>
    </p:spTree>
    <p:extLst>
      <p:ext uri="{BB962C8B-B14F-4D97-AF65-F5344CB8AC3E}">
        <p14:creationId xmlns:p14="http://schemas.microsoft.com/office/powerpoint/2010/main" val="31892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-117" r="50930" b="14357"/>
          <a:stretch/>
        </p:blipFill>
        <p:spPr>
          <a:xfrm>
            <a:off x="1074718" y="1112041"/>
            <a:ext cx="5625022" cy="552718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35085" y="1138420"/>
            <a:ext cx="1262129" cy="583841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cs typeface="+mj-cs"/>
              </a:rPr>
              <a:t>วิธีที่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19142" y="6354362"/>
            <a:ext cx="605308" cy="2704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1664595" y="4924807"/>
            <a:ext cx="1378040" cy="2962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4055772" y="2990829"/>
            <a:ext cx="1135489" cy="2962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1074717" y="1722261"/>
            <a:ext cx="476517" cy="4271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ounded Rectangle 8"/>
          <p:cNvSpPr/>
          <p:nvPr/>
        </p:nvSpPr>
        <p:spPr>
          <a:xfrm>
            <a:off x="7820697" y="3287043"/>
            <a:ext cx="3721996" cy="1637764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วิธีที่ 2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เข้า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Menu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Financial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Reports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Aged Payable</a:t>
            </a:r>
          </a:p>
        </p:txBody>
      </p:sp>
      <p:sp>
        <p:nvSpPr>
          <p:cNvPr id="10" name="Horizontal Scroll 9"/>
          <p:cNvSpPr/>
          <p:nvPr/>
        </p:nvSpPr>
        <p:spPr>
          <a:xfrm>
            <a:off x="1670310" y="1597404"/>
            <a:ext cx="478877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Horizontal Scroll 10"/>
          <p:cNvSpPr/>
          <p:nvPr/>
        </p:nvSpPr>
        <p:spPr>
          <a:xfrm>
            <a:off x="1362507" y="4602954"/>
            <a:ext cx="478877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Horizontal Scroll 11"/>
          <p:cNvSpPr/>
          <p:nvPr/>
        </p:nvSpPr>
        <p:spPr>
          <a:xfrm>
            <a:off x="1579703" y="5911772"/>
            <a:ext cx="478877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3" name="Horizontal Scroll 12"/>
          <p:cNvSpPr/>
          <p:nvPr/>
        </p:nvSpPr>
        <p:spPr>
          <a:xfrm>
            <a:off x="3910296" y="2397770"/>
            <a:ext cx="485260" cy="427780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03661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509" t="2242" r="31799" b="27661"/>
          <a:stretch/>
        </p:blipFill>
        <p:spPr>
          <a:xfrm>
            <a:off x="841089" y="1243553"/>
            <a:ext cx="6518074" cy="53067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40595" y="3662633"/>
            <a:ext cx="2425522" cy="2088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1755335" y="3234853"/>
            <a:ext cx="485260" cy="427780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3745" y="3090222"/>
            <a:ext cx="3721996" cy="1637764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5. เลือกวันที่ที่ต้องการดูข้อมูลในช่อง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Aged As Of </a:t>
            </a:r>
          </a:p>
        </p:txBody>
      </p:sp>
    </p:spTree>
    <p:extLst>
      <p:ext uri="{BB962C8B-B14F-4D97-AF65-F5344CB8AC3E}">
        <p14:creationId xmlns:p14="http://schemas.microsoft.com/office/powerpoint/2010/main" val="1156519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26409" t="1363" r="30629" b="27040"/>
          <a:stretch/>
        </p:blipFill>
        <p:spPr>
          <a:xfrm>
            <a:off x="1023996" y="1215840"/>
            <a:ext cx="5351047" cy="501350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96714" y="2124454"/>
            <a:ext cx="905813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Rectangle 14"/>
          <p:cNvSpPr/>
          <p:nvPr/>
        </p:nvSpPr>
        <p:spPr>
          <a:xfrm>
            <a:off x="2163538" y="4989750"/>
            <a:ext cx="2758225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ectangle 16"/>
          <p:cNvSpPr/>
          <p:nvPr/>
        </p:nvSpPr>
        <p:spPr>
          <a:xfrm>
            <a:off x="5147258" y="4754562"/>
            <a:ext cx="1227785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Horizontal Scroll 6"/>
          <p:cNvSpPr/>
          <p:nvPr/>
        </p:nvSpPr>
        <p:spPr>
          <a:xfrm>
            <a:off x="3103573" y="2367763"/>
            <a:ext cx="485260" cy="427780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4746" y="3270919"/>
            <a:ext cx="3992448" cy="903351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7. เลือก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Sort By : ID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เลือก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Starting A :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แล้วใส่รหัส เสร็จแล้วกด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Search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</p:txBody>
      </p:sp>
      <p:sp>
        <p:nvSpPr>
          <p:cNvPr id="9" name="Horizontal Scroll 8"/>
          <p:cNvSpPr/>
          <p:nvPr/>
        </p:nvSpPr>
        <p:spPr>
          <a:xfrm>
            <a:off x="4549251" y="4326782"/>
            <a:ext cx="485260" cy="427780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AD14D4B1-93F1-4537-B795-4F231A463F2C}"/>
              </a:ext>
            </a:extLst>
          </p:cNvPr>
          <p:cNvSpPr/>
          <p:nvPr/>
        </p:nvSpPr>
        <p:spPr>
          <a:xfrm>
            <a:off x="7044746" y="1823624"/>
            <a:ext cx="3992448" cy="903351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6. เลือกแถบเมนู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Filter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และแถบเมนู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Supplier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en-US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71431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310" t="2069" r="26574" b="49867"/>
          <a:stretch/>
        </p:blipFill>
        <p:spPr>
          <a:xfrm>
            <a:off x="1068947" y="1545717"/>
            <a:ext cx="7477672" cy="4288664"/>
          </a:xfrm>
          <a:prstGeom prst="rect">
            <a:avLst/>
          </a:prstGeom>
        </p:spPr>
      </p:pic>
      <p:sp>
        <p:nvSpPr>
          <p:cNvPr id="3" name="Horizontal Scroll 2"/>
          <p:cNvSpPr/>
          <p:nvPr/>
        </p:nvSpPr>
        <p:spPr>
          <a:xfrm>
            <a:off x="3590982" y="1739752"/>
            <a:ext cx="659046" cy="410417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8549" y="2292690"/>
            <a:ext cx="1957586" cy="716609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8. 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Print Preview</a:t>
            </a:r>
          </a:p>
        </p:txBody>
      </p:sp>
      <p:sp>
        <p:nvSpPr>
          <p:cNvPr id="6" name="Rectangle 5"/>
          <p:cNvSpPr/>
          <p:nvPr/>
        </p:nvSpPr>
        <p:spPr>
          <a:xfrm flipH="1">
            <a:off x="2434107" y="1944961"/>
            <a:ext cx="360608" cy="3477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4097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138" t="24956" r="2348" b="16091"/>
          <a:stretch/>
        </p:blipFill>
        <p:spPr>
          <a:xfrm>
            <a:off x="147200" y="1310178"/>
            <a:ext cx="11907054" cy="422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7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390</Words>
  <Application>Microsoft Office PowerPoint</Application>
  <PresentationFormat>Widescreen</PresentationFormat>
  <Paragraphs>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Angsana New</vt:lpstr>
      <vt:lpstr>AngsanaUPC</vt:lpstr>
      <vt:lpstr>Arial</vt:lpstr>
      <vt:lpstr>Calibri</vt:lpstr>
      <vt:lpstr>Calibri Light</vt:lpstr>
      <vt:lpstr>Office Theme</vt:lpstr>
      <vt:lpstr>App100 การชำระหนี้ตามใบแจ้งหนี้-เลือก Invoice ที่ถึงกำหนดชำระ (ap payment ENTRY : invoice payment)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ACC-4</dc:creator>
  <cp:lastModifiedBy>Tanida Chorthongdee</cp:lastModifiedBy>
  <cp:revision>69</cp:revision>
  <cp:lastPrinted>2024-08-07T03:08:44Z</cp:lastPrinted>
  <dcterms:created xsi:type="dcterms:W3CDTF">2024-03-27T04:09:46Z</dcterms:created>
  <dcterms:modified xsi:type="dcterms:W3CDTF">2024-08-13T00:12:17Z</dcterms:modified>
</cp:coreProperties>
</file>