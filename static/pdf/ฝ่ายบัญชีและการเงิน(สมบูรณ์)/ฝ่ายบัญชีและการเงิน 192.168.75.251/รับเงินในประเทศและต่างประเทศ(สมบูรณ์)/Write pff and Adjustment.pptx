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7" r:id="rId4"/>
    <p:sldId id="260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302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5747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4107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82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29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042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205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71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073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626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605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374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8496" y="2477936"/>
            <a:ext cx="90280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Write off and Adjustment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77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87497E-9647-447A-9012-174D40552634}"/>
              </a:ext>
            </a:extLst>
          </p:cNvPr>
          <p:cNvSpPr txBox="1"/>
          <p:nvPr/>
        </p:nvSpPr>
        <p:spPr>
          <a:xfrm>
            <a:off x="1" y="0"/>
            <a:ext cx="1219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 smtClean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en-US" sz="6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    </a:t>
            </a:r>
            <a:r>
              <a:rPr lang="en-US" sz="6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Write off and Adjustment</a:t>
            </a:r>
            <a:r>
              <a:rPr lang="en-US" sz="2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												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en-US" sz="20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65209"/>
              </p:ext>
            </p:extLst>
          </p:nvPr>
        </p:nvGraphicFramePr>
        <p:xfrm>
          <a:off x="811369" y="1323438"/>
          <a:ext cx="10534918" cy="474541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0701">
                  <a:extLst>
                    <a:ext uri="{9D8B030D-6E8A-4147-A177-3AD203B41FA5}">
                      <a16:colId xmlns:a16="http://schemas.microsoft.com/office/drawing/2014/main" val="1307807167"/>
                    </a:ext>
                  </a:extLst>
                </a:gridCol>
                <a:gridCol w="7984217">
                  <a:extLst>
                    <a:ext uri="{9D8B030D-6E8A-4147-A177-3AD203B41FA5}">
                      <a16:colId xmlns:a16="http://schemas.microsoft.com/office/drawing/2014/main" val="2505344451"/>
                    </a:ext>
                  </a:extLst>
                </a:gridCol>
              </a:tblGrid>
              <a:tr h="592046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 (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Process</a:t>
                      </a:r>
                      <a:r>
                        <a:rPr lang="th-TH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Write off and Adjustment</a:t>
                      </a:r>
                      <a:endParaRPr lang="th-TH" sz="18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232022"/>
                  </a:ext>
                </a:extLst>
              </a:tr>
              <a:tr h="570139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2.ขั้นตอนย่อย (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Sub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process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ใส่เลขที่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  <a:endParaRPr lang="en-US" sz="1800" baseline="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961077"/>
                  </a:ext>
                </a:extLst>
              </a:tr>
              <a:tr h="59204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ข้อมูลที่ต้องใช้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Input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</a:p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3.2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คู่บัญชี</a:t>
                      </a:r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81544"/>
                  </a:ext>
                </a:extLst>
              </a:tr>
              <a:tr h="1480112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4.ความเสี่ยง (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Risk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4.1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คีย์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วันที่ผิด</a:t>
                      </a: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4.2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เลือกคู่บัญผิด</a:t>
                      </a:r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4.3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ระบุเลขที่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ผิด</a:t>
                      </a:r>
                    </a:p>
                    <a:p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4.4 ระบุยอดเงินผิด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378054"/>
                  </a:ext>
                </a:extLst>
              </a:tr>
              <a:tr h="103607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จุดควบคุม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Control Point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ให้ถูกต้อง </a:t>
                      </a: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5.2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ตรวจสอบวันที่จะทำการ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Write off</a:t>
                      </a:r>
                    </a:p>
                    <a:p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5.3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ตรวจสอบคู่บัญชี</a:t>
                      </a:r>
                    </a:p>
                    <a:p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5.4 ตรวจสอบยอดเงิน</a:t>
                      </a:r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3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70" y="1833779"/>
            <a:ext cx="4919729" cy="2493522"/>
          </a:xfrm>
          <a:prstGeom prst="rect">
            <a:avLst/>
          </a:prstGeom>
        </p:spPr>
      </p:pic>
      <p:sp>
        <p:nvSpPr>
          <p:cNvPr id="3" name="Oval Callout 2"/>
          <p:cNvSpPr/>
          <p:nvPr/>
        </p:nvSpPr>
        <p:spPr>
          <a:xfrm>
            <a:off x="5486399" y="1156177"/>
            <a:ext cx="5666705" cy="1587023"/>
          </a:xfrm>
          <a:prstGeom prst="wedgeEllipseCallout">
            <a:avLst>
              <a:gd name="adj1" fmla="val -51742"/>
              <a:gd name="adj2" fmla="val 67580"/>
            </a:avLst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2400" dirty="0" smtClean="0">
                <a:solidFill>
                  <a:schemeClr val="bg2">
                    <a:lumMod val="10000"/>
                  </a:schemeClr>
                </a:solidFill>
              </a:rPr>
              <a:t>เข้าที่เมนู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Write off and Adjustment</a:t>
            </a:r>
            <a:endParaRPr lang="th-TH" sz="2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6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208" y="708339"/>
            <a:ext cx="7047320" cy="537049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958" y="963498"/>
            <a:ext cx="4504945" cy="4713667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th-TH" sz="3200" b="1" dirty="0" smtClean="0"/>
              <a:t>1.ใส่เลขที่ </a:t>
            </a:r>
            <a:r>
              <a:rPr lang="en-US" sz="3200" b="1" dirty="0" smtClean="0"/>
              <a:t>Invoice 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2.ใส่วันที่ ที่ต้องการ </a:t>
            </a:r>
            <a:r>
              <a:rPr lang="en-US" sz="3200" b="1" dirty="0" smtClean="0"/>
              <a:t>Write off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3.ใส่จำนวนเงินที่จะ </a:t>
            </a:r>
            <a:r>
              <a:rPr lang="en-US" sz="3200" b="1" dirty="0" smtClean="0"/>
              <a:t>Write off (</a:t>
            </a:r>
            <a:r>
              <a:rPr lang="th-TH" sz="3200" b="1" dirty="0" smtClean="0"/>
              <a:t>ต้องใส่ติดลบทุกครั้ง)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4.ใส่คู่บัญชีที่จะ </a:t>
            </a:r>
            <a:r>
              <a:rPr lang="en-US" sz="3200" b="1" dirty="0" smtClean="0"/>
              <a:t>Write off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5.ใส่คำอธิบาย เหมือนกันทั้ง 2 ช่อง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6.บันทึก</a:t>
            </a:r>
            <a:endParaRPr lang="th-TH" sz="3200" b="1" dirty="0" smtClean="0"/>
          </a:p>
          <a:p>
            <a:pPr marL="285750" indent="-285750">
              <a:buFontTx/>
              <a:buChar char="-"/>
            </a:pPr>
            <a:endParaRPr lang="en-US" sz="3200" b="1" dirty="0" smtClean="0"/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pPr marL="285750" indent="-285750">
              <a:buFontTx/>
              <a:buChar char="-"/>
            </a:pPr>
            <a:endParaRPr lang="th-TH" dirty="0" smtClean="0"/>
          </a:p>
          <a:p>
            <a:pPr marL="285750" indent="-285750">
              <a:buFontTx/>
              <a:buChar char="-"/>
            </a:pPr>
            <a:endParaRPr lang="th-T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4745" t="1" b="3289"/>
          <a:stretch/>
        </p:blipFill>
        <p:spPr>
          <a:xfrm>
            <a:off x="1826170" y="4327300"/>
            <a:ext cx="731798" cy="5151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76842" y="1197736"/>
            <a:ext cx="1944709" cy="37348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60" y="2985117"/>
            <a:ext cx="1626044" cy="3352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74" y="3393584"/>
            <a:ext cx="1621677" cy="3353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661" y="4056846"/>
            <a:ext cx="2208414" cy="46363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99874" y="4520484"/>
            <a:ext cx="3939875" cy="15583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Oval 18"/>
          <p:cNvSpPr/>
          <p:nvPr/>
        </p:nvSpPr>
        <p:spPr>
          <a:xfrm>
            <a:off x="6355624" y="1139781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1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859476" y="2907845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>
                <a:solidFill>
                  <a:srgbClr val="FF0000"/>
                </a:solidFill>
              </a:rPr>
              <a:t>2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6858961" y="3393584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3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731748" y="4089043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>
                <a:solidFill>
                  <a:srgbClr val="FF0000"/>
                </a:solidFill>
              </a:rPr>
              <a:t>4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6799193" y="4730207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5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4927846" y="276898"/>
            <a:ext cx="324970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6</a:t>
            </a:r>
            <a:endParaRPr lang="th-TH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6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144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ACC-10</dc:creator>
  <cp:lastModifiedBy>ACC-10</cp:lastModifiedBy>
  <cp:revision>9</cp:revision>
  <dcterms:created xsi:type="dcterms:W3CDTF">2025-10-23T03:13:51Z</dcterms:created>
  <dcterms:modified xsi:type="dcterms:W3CDTF">2025-10-23T03:53:01Z</dcterms:modified>
</cp:coreProperties>
</file>