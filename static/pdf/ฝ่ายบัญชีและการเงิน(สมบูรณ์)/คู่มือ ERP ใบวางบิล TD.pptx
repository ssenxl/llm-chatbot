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1974" y="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E3578-A431-494F-B0A9-B04DE8860006}" type="datetimeFigureOut">
              <a:rPr lang="th-TH" smtClean="0"/>
              <a:t>30/07/67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053F7-EFCE-4B30-88D0-0B709F45C99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369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4053F7-EFCE-4B30-88D0-0B709F45C99E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3480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46AE1-E49A-4AD0-89C0-96C47B1F8121}" type="datetime1">
              <a:rPr lang="th-TH" smtClean="0"/>
              <a:t>30/07/67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182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0688-63DC-4228-80C6-537956191EFA}" type="datetime1">
              <a:rPr lang="th-TH" smtClean="0"/>
              <a:t>30/07/67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409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723BA-58D7-4FFF-8AC1-4CF35D4C7B9F}" type="datetime1">
              <a:rPr lang="th-TH" smtClean="0"/>
              <a:t>30/07/67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269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C2303-99D5-4B03-A07F-5B9B00127B74}" type="datetime1">
              <a:rPr lang="th-TH" smtClean="0"/>
              <a:t>30/07/67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6962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E67F-9272-4647-A859-1A167F2AC5E9}" type="datetime1">
              <a:rPr lang="th-TH" smtClean="0"/>
              <a:t>30/07/67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3408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3F6D1-04A6-455B-BC41-F5943AF73A2E}" type="datetime1">
              <a:rPr lang="th-TH" smtClean="0"/>
              <a:t>30/07/67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5949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BD9C-BBCE-406D-B630-970D248199DD}" type="datetime1">
              <a:rPr lang="th-TH" smtClean="0"/>
              <a:t>30/07/67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5384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D9114-4726-457D-B285-75B17C369A87}" type="datetime1">
              <a:rPr lang="th-TH" smtClean="0"/>
              <a:t>30/07/67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8597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1A143-45D2-4B12-B548-61A51D0AF090}" type="datetime1">
              <a:rPr lang="th-TH" smtClean="0"/>
              <a:t>30/07/67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9861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FE35C-9544-476D-BE5A-1B445EDBF1B2}" type="datetime1">
              <a:rPr lang="th-TH" smtClean="0"/>
              <a:t>30/07/67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309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42AB-5E52-4EA1-A97E-C95FB1660A8E}" type="datetime1">
              <a:rPr lang="th-TH" smtClean="0"/>
              <a:t>30/07/67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541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F3C2-4591-49D2-A87E-DEA54C986837}" type="datetime1">
              <a:rPr lang="th-TH" smtClean="0"/>
              <a:t>30/07/67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997C6-C1A2-43FC-8E02-BA94E0F5C0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918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31164"/>
            <a:ext cx="7282870" cy="3944888"/>
          </a:xfrm>
          <a:prstGeom prst="rect">
            <a:avLst/>
          </a:prstGeom>
        </p:spPr>
      </p:pic>
      <p:sp>
        <p:nvSpPr>
          <p:cNvPr id="13" name="Action Button: Custom 12">
            <a:hlinkClick r:id="" action="ppaction://noaction" highlightClick="1"/>
          </p:cNvPr>
          <p:cNvSpPr/>
          <p:nvPr/>
        </p:nvSpPr>
        <p:spPr>
          <a:xfrm>
            <a:off x="2843808" y="809966"/>
            <a:ext cx="3960440" cy="821198"/>
          </a:xfrm>
          <a:prstGeom prst="actionButtonBlank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1.พิมพ์คำว่า </a:t>
            </a:r>
            <a:r>
              <a:rPr lang="en-US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“CP Order Entry”</a:t>
            </a:r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 ในช่องค้นหา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  <a:p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2. ดับเบิ้ลคลิก เพื่อเปิด </a:t>
            </a:r>
            <a:r>
              <a:rPr lang="en-US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CP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</a:rPr>
              <a:t>Order Entry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4" name="Subtitle 13"/>
          <p:cNvSpPr>
            <a:spLocks noGrp="1"/>
          </p:cNvSpPr>
          <p:nvPr>
            <p:ph type="subTitle" idx="1"/>
          </p:nvPr>
        </p:nvSpPr>
        <p:spPr>
          <a:xfrm>
            <a:off x="0" y="0"/>
            <a:ext cx="7092280" cy="899174"/>
          </a:xfrm>
        </p:spPr>
        <p:txBody>
          <a:bodyPr/>
          <a:lstStyle/>
          <a:p>
            <a:pPr algn="l"/>
            <a:r>
              <a:rPr lang="th-TH" b="1" dirty="0" smtClean="0">
                <a:solidFill>
                  <a:schemeClr val="tx1"/>
                </a:solidFill>
              </a:rPr>
              <a:t>การเปิด เอกสารใบส่งสินค้าในประเทศ</a:t>
            </a:r>
            <a:endParaRPr lang="th-TH" b="1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1</a:t>
            </a:fld>
            <a:endParaRPr lang="th-TH"/>
          </a:p>
        </p:txBody>
      </p:sp>
      <p:sp>
        <p:nvSpPr>
          <p:cNvPr id="10" name="TextBox 9"/>
          <p:cNvSpPr txBox="1"/>
          <p:nvPr/>
        </p:nvSpPr>
        <p:spPr>
          <a:xfrm>
            <a:off x="34727" y="927855"/>
            <a:ext cx="1490133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th-TH" sz="1600" dirty="0" smtClean="0"/>
              <a:t>1. กดแท็บเมนู</a:t>
            </a:r>
            <a:endParaRPr lang="th-TH" sz="1600" dirty="0"/>
          </a:p>
        </p:txBody>
      </p:sp>
      <p:cxnSp>
        <p:nvCxnSpPr>
          <p:cNvPr id="11" name="Straight Arrow Connector 10"/>
          <p:cNvCxnSpPr>
            <a:stCxn id="10" idx="2"/>
          </p:cNvCxnSpPr>
          <p:nvPr/>
        </p:nvCxnSpPr>
        <p:spPr>
          <a:xfrm flipH="1">
            <a:off x="779793" y="1266409"/>
            <a:ext cx="1" cy="65042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3568" y="1916832"/>
            <a:ext cx="216024" cy="1679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7" name="Elbow Connector 16"/>
          <p:cNvCxnSpPr>
            <a:stCxn id="13" idx="1"/>
          </p:cNvCxnSpPr>
          <p:nvPr/>
        </p:nvCxnSpPr>
        <p:spPr>
          <a:xfrm rot="5400000">
            <a:off x="3007009" y="603869"/>
            <a:ext cx="789724" cy="284431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3" idx="2"/>
          </p:cNvCxnSpPr>
          <p:nvPr/>
        </p:nvCxnSpPr>
        <p:spPr>
          <a:xfrm rot="10800000" flipV="1">
            <a:off x="1964060" y="1220565"/>
            <a:ext cx="879748" cy="84285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630842" y="1665886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1715303" y="2658518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3486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28800"/>
            <a:ext cx="8542888" cy="3883131"/>
          </a:xfrm>
          <a:prstGeom prst="rect">
            <a:avLst/>
          </a:prstGeom>
        </p:spPr>
      </p:pic>
      <p:sp>
        <p:nvSpPr>
          <p:cNvPr id="5" name="Action Button: Custom 4">
            <a:hlinkClick r:id="" action="ppaction://noaction" highlightClick="1"/>
          </p:cNvPr>
          <p:cNvSpPr/>
          <p:nvPr/>
        </p:nvSpPr>
        <p:spPr>
          <a:xfrm>
            <a:off x="1907704" y="1196752"/>
            <a:ext cx="1584176" cy="281971"/>
          </a:xfrm>
          <a:prstGeom prst="actionButtonBlank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b="1" dirty="0">
                <a:solidFill>
                  <a:sysClr val="windowText" lastClr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b="1" dirty="0" smtClean="0">
                <a:solidFill>
                  <a:sysClr val="windowText" lastClr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คลิก</a:t>
            </a:r>
            <a:r>
              <a:rPr lang="th-TH" sz="1600" b="1" dirty="0">
                <a:solidFill>
                  <a:sysClr val="windowText" lastClr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dirty="0" smtClean="0">
                <a:solidFill>
                  <a:sysClr val="windowText" lastClr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Seles </a:t>
            </a:r>
            <a:r>
              <a:rPr lang="en-US" sz="1600" b="1" dirty="0">
                <a:solidFill>
                  <a:sysClr val="windowText" lastClr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Order</a:t>
            </a:r>
            <a:endParaRPr lang="th-TH" sz="1600" dirty="0">
              <a:solidFill>
                <a:sysClr val="windowText" lastClr="0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2</a:t>
            </a:fld>
            <a:endParaRPr lang="th-TH"/>
          </a:p>
        </p:txBody>
      </p:sp>
      <p:sp>
        <p:nvSpPr>
          <p:cNvPr id="8" name="Subtitle 13"/>
          <p:cNvSpPr txBox="1">
            <a:spLocks/>
          </p:cNvSpPr>
          <p:nvPr/>
        </p:nvSpPr>
        <p:spPr>
          <a:xfrm>
            <a:off x="-54260" y="16355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b="1" dirty="0" smtClean="0"/>
              <a:t>การเปิด เอกสารใบส่งสินค้าในประเทศ</a:t>
            </a:r>
            <a:endParaRPr lang="th-TH" b="1" dirty="0"/>
          </a:p>
        </p:txBody>
      </p:sp>
      <p:sp>
        <p:nvSpPr>
          <p:cNvPr id="10" name="Rectangle 9"/>
          <p:cNvSpPr/>
          <p:nvPr/>
        </p:nvSpPr>
        <p:spPr>
          <a:xfrm>
            <a:off x="1043607" y="2276872"/>
            <a:ext cx="650721" cy="181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4" name="Elbow Connector 3"/>
          <p:cNvCxnSpPr>
            <a:stCxn id="5" idx="2"/>
          </p:cNvCxnSpPr>
          <p:nvPr/>
        </p:nvCxnSpPr>
        <p:spPr>
          <a:xfrm rot="10800000" flipV="1">
            <a:off x="1475656" y="1337738"/>
            <a:ext cx="432048" cy="939134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40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tion Button: Custom 4">
            <a:hlinkClick r:id="" action="ppaction://noaction" highlightClick="1"/>
          </p:cNvPr>
          <p:cNvSpPr/>
          <p:nvPr/>
        </p:nvSpPr>
        <p:spPr>
          <a:xfrm>
            <a:off x="4355976" y="792944"/>
            <a:ext cx="4548491" cy="606929"/>
          </a:xfrm>
          <a:prstGeom prst="actionButtonBlank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1. กดเลือก </a:t>
            </a:r>
            <a:r>
              <a:rPr lang="en-US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SEARCH</a:t>
            </a:r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 เพื่อเลือกชื่อลูกค้าที่ต้องการออกเอกสารใบส่งสินค้า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3</a:t>
            </a:fld>
            <a:endParaRPr lang="th-TH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1638300"/>
            <a:ext cx="5191125" cy="3581400"/>
          </a:xfrm>
          <a:prstGeom prst="rect">
            <a:avLst/>
          </a:prstGeom>
        </p:spPr>
      </p:pic>
      <p:sp>
        <p:nvSpPr>
          <p:cNvPr id="8" name="Subtitle 13"/>
          <p:cNvSpPr txBox="1">
            <a:spLocks/>
          </p:cNvSpPr>
          <p:nvPr/>
        </p:nvSpPr>
        <p:spPr>
          <a:xfrm>
            <a:off x="0" y="0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b="1" dirty="0" smtClean="0"/>
              <a:t>การเปิด เอกสารใบส่งสินค้าในประเทศ</a:t>
            </a:r>
            <a:endParaRPr lang="th-TH" b="1" dirty="0"/>
          </a:p>
        </p:txBody>
      </p:sp>
      <p:sp>
        <p:nvSpPr>
          <p:cNvPr id="9" name="Rectangle 8"/>
          <p:cNvSpPr/>
          <p:nvPr/>
        </p:nvSpPr>
        <p:spPr>
          <a:xfrm>
            <a:off x="5902479" y="2339334"/>
            <a:ext cx="1012029" cy="2703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Oval 10"/>
          <p:cNvSpPr/>
          <p:nvPr/>
        </p:nvSpPr>
        <p:spPr>
          <a:xfrm>
            <a:off x="6072076" y="1968198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cxnSp>
        <p:nvCxnSpPr>
          <p:cNvPr id="4" name="Elbow Connector 3"/>
          <p:cNvCxnSpPr>
            <a:stCxn id="5" idx="2"/>
          </p:cNvCxnSpPr>
          <p:nvPr/>
        </p:nvCxnSpPr>
        <p:spPr>
          <a:xfrm rot="10800000" flipH="1" flipV="1">
            <a:off x="4355976" y="1096408"/>
            <a:ext cx="1440160" cy="1378075"/>
          </a:xfrm>
          <a:prstGeom prst="bentConnector3">
            <a:avLst>
              <a:gd name="adj1" fmla="val -158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44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642654"/>
            <a:ext cx="5688632" cy="604674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4</a:t>
            </a:fld>
            <a:endParaRPr lang="th-TH"/>
          </a:p>
        </p:txBody>
      </p:sp>
      <p:sp>
        <p:nvSpPr>
          <p:cNvPr id="7" name="Subtitle 13"/>
          <p:cNvSpPr txBox="1">
            <a:spLocks/>
          </p:cNvSpPr>
          <p:nvPr/>
        </p:nvSpPr>
        <p:spPr>
          <a:xfrm>
            <a:off x="0" y="0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b="1" dirty="0" smtClean="0"/>
              <a:t>การเปิด เอกสารใบส่งสินค้าในประเทศ</a:t>
            </a:r>
            <a:endParaRPr lang="th-TH" b="1" dirty="0"/>
          </a:p>
        </p:txBody>
      </p:sp>
      <p:sp>
        <p:nvSpPr>
          <p:cNvPr id="10" name="Action Button: Custom 9">
            <a:hlinkClick r:id="" action="ppaction://noaction" highlightClick="1"/>
          </p:cNvPr>
          <p:cNvSpPr/>
          <p:nvPr/>
        </p:nvSpPr>
        <p:spPr>
          <a:xfrm>
            <a:off x="5303834" y="2011917"/>
            <a:ext cx="3576891" cy="606929"/>
          </a:xfrm>
          <a:prstGeom prst="actionButtonBlank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กดค้นหาชื่อลูกค้า โดยพิมพ์รหัสลูกค้า </a:t>
            </a:r>
            <a:r>
              <a:rPr lang="en-US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“Customer ID”</a:t>
            </a:r>
          </a:p>
          <a:p>
            <a:pPr marL="342900" indent="-342900">
              <a:buAutoNum type="arabicPeriod"/>
            </a:pPr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เลือก </a:t>
            </a:r>
            <a:r>
              <a:rPr lang="en-US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Sales Order </a:t>
            </a:r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ที่ต้องการออกเอกสารใบสั่งสินค้า</a:t>
            </a:r>
            <a:endParaRPr lang="th-TH" sz="1600" dirty="0" smtClean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47664" y="1628800"/>
            <a:ext cx="4680520" cy="2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Rectangle 12"/>
          <p:cNvSpPr/>
          <p:nvPr/>
        </p:nvSpPr>
        <p:spPr>
          <a:xfrm>
            <a:off x="1432426" y="2914089"/>
            <a:ext cx="5659854" cy="1335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5" name="Elbow Connector 14"/>
          <p:cNvCxnSpPr/>
          <p:nvPr/>
        </p:nvCxnSpPr>
        <p:spPr>
          <a:xfrm>
            <a:off x="3887924" y="1828800"/>
            <a:ext cx="1415910" cy="37606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endCxn id="13" idx="3"/>
          </p:cNvCxnSpPr>
          <p:nvPr/>
        </p:nvCxnSpPr>
        <p:spPr>
          <a:xfrm rot="10800000" flipV="1">
            <a:off x="7092280" y="2618846"/>
            <a:ext cx="864096" cy="36200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19130" y="1576281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971600" y="2828328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6264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414542"/>
            <a:ext cx="8712968" cy="3960440"/>
          </a:xfrm>
          <a:prstGeom prst="rect">
            <a:avLst/>
          </a:prstGeom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5</a:t>
            </a:fld>
            <a:endParaRPr lang="th-TH"/>
          </a:p>
        </p:txBody>
      </p:sp>
      <p:sp>
        <p:nvSpPr>
          <p:cNvPr id="12" name="Subtitle 13"/>
          <p:cNvSpPr txBox="1">
            <a:spLocks/>
          </p:cNvSpPr>
          <p:nvPr/>
        </p:nvSpPr>
        <p:spPr>
          <a:xfrm>
            <a:off x="0" y="9546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b="1" dirty="0" smtClean="0"/>
              <a:t>การเปิด เอกสารใบส่งสินค้าในประเทศ</a:t>
            </a:r>
            <a:endParaRPr lang="th-TH" b="1" dirty="0"/>
          </a:p>
        </p:txBody>
      </p:sp>
      <p:sp>
        <p:nvSpPr>
          <p:cNvPr id="13" name="Rectangle 12"/>
          <p:cNvSpPr/>
          <p:nvPr/>
        </p:nvSpPr>
        <p:spPr>
          <a:xfrm>
            <a:off x="1403647" y="1916833"/>
            <a:ext cx="360041" cy="21602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Action Button: Custom 14">
            <a:hlinkClick r:id="" action="ppaction://noaction" highlightClick="1"/>
          </p:cNvPr>
          <p:cNvSpPr/>
          <p:nvPr/>
        </p:nvSpPr>
        <p:spPr>
          <a:xfrm>
            <a:off x="2627784" y="661831"/>
            <a:ext cx="3576891" cy="606929"/>
          </a:xfrm>
          <a:prstGeom prst="actionButtonBlank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th-TH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กดเลือกแท็ป </a:t>
            </a:r>
            <a:r>
              <a:rPr lang="en-US" sz="1600" dirty="0" smtClean="0">
                <a:solidFill>
                  <a:schemeClr val="tx1"/>
                </a:solidFill>
                <a:latin typeface="Angsana New" panose="02020603050405020304" pitchFamily="18" charset="-34"/>
              </a:rPr>
              <a:t>HEADER</a:t>
            </a:r>
            <a:endParaRPr lang="th-TH" sz="1600" dirty="0" smtClean="0">
              <a:solidFill>
                <a:schemeClr val="tx1"/>
              </a:solidFill>
              <a:latin typeface="Angsana New" panose="02020603050405020304" pitchFamily="18" charset="-34"/>
            </a:endParaRPr>
          </a:p>
        </p:txBody>
      </p:sp>
      <p:cxnSp>
        <p:nvCxnSpPr>
          <p:cNvPr id="4" name="Elbow Connector 3"/>
          <p:cNvCxnSpPr>
            <a:stCxn id="15" idx="2"/>
            <a:endCxn id="13" idx="0"/>
          </p:cNvCxnSpPr>
          <p:nvPr/>
        </p:nvCxnSpPr>
        <p:spPr>
          <a:xfrm rot="10800000" flipV="1">
            <a:off x="1583668" y="965295"/>
            <a:ext cx="1044116" cy="951537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638464" y="1567289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8913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6</a:t>
            </a:fld>
            <a:endParaRPr lang="th-TH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8783960" cy="4757978"/>
          </a:xfrm>
          <a:prstGeom prst="rect">
            <a:avLst/>
          </a:prstGeom>
        </p:spPr>
      </p:pic>
      <p:sp>
        <p:nvSpPr>
          <p:cNvPr id="6" name="Subtitle 13"/>
          <p:cNvSpPr txBox="1">
            <a:spLocks/>
          </p:cNvSpPr>
          <p:nvPr/>
        </p:nvSpPr>
        <p:spPr>
          <a:xfrm>
            <a:off x="0" y="9546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b="1" dirty="0" smtClean="0"/>
              <a:t>การเปิด เอกสารใบส่งสินค้าในประเทศ</a:t>
            </a:r>
            <a:endParaRPr lang="th-TH" b="1" dirty="0"/>
          </a:p>
        </p:txBody>
      </p:sp>
      <p:sp>
        <p:nvSpPr>
          <p:cNvPr id="7" name="Action Button: Custom 6">
            <a:hlinkClick r:id="" action="ppaction://noaction" highlightClick="1"/>
          </p:cNvPr>
          <p:cNvSpPr/>
          <p:nvPr/>
        </p:nvSpPr>
        <p:spPr>
          <a:xfrm>
            <a:off x="5364088" y="2550780"/>
            <a:ext cx="2880320" cy="822953"/>
          </a:xfrm>
          <a:prstGeom prst="actionButtonBlank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 smtClean="0">
                <a:solidFill>
                  <a:srgbClr val="002060"/>
                </a:solidFill>
              </a:rPr>
              <a:t>1. การแสดงผลในหน้า </a:t>
            </a:r>
            <a:r>
              <a:rPr lang="en-US" sz="1600" dirty="0" smtClean="0">
                <a:solidFill>
                  <a:srgbClr val="002060"/>
                </a:solidFill>
              </a:rPr>
              <a:t>Header </a:t>
            </a:r>
            <a:r>
              <a:rPr lang="th-TH" sz="1600" dirty="0" smtClean="0">
                <a:solidFill>
                  <a:srgbClr val="002060"/>
                </a:solidFill>
              </a:rPr>
              <a:t>แล้ว ให้กดเลือก </a:t>
            </a:r>
            <a:r>
              <a:rPr lang="en-US" sz="1600" dirty="0" smtClean="0">
                <a:solidFill>
                  <a:srgbClr val="002060"/>
                </a:solidFill>
              </a:rPr>
              <a:t>Print</a:t>
            </a:r>
            <a:endParaRPr lang="en-US" sz="1600" dirty="0" smtClean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39752" y="4107500"/>
            <a:ext cx="648072" cy="2160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0" name="Elbow Connector 9"/>
          <p:cNvCxnSpPr>
            <a:stCxn id="7" idx="2"/>
            <a:endCxn id="8" idx="3"/>
          </p:cNvCxnSpPr>
          <p:nvPr/>
        </p:nvCxnSpPr>
        <p:spPr>
          <a:xfrm rot="10800000" flipV="1">
            <a:off x="2987824" y="2962256"/>
            <a:ext cx="2376264" cy="1253255"/>
          </a:xfrm>
          <a:prstGeom prst="bentConnector3">
            <a:avLst>
              <a:gd name="adj1" fmla="val 2104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07704" y="4222482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219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916832"/>
            <a:ext cx="5457825" cy="3352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89465" y="6492875"/>
            <a:ext cx="2133600" cy="365125"/>
          </a:xfrm>
        </p:spPr>
        <p:txBody>
          <a:bodyPr/>
          <a:lstStyle/>
          <a:p>
            <a:fld id="{C93997C6-C1A2-43FC-8E02-BA94E0F5C0BC}" type="slidenum">
              <a:rPr lang="th-TH" smtClean="0"/>
              <a:t>7</a:t>
            </a:fld>
            <a:endParaRPr lang="th-TH"/>
          </a:p>
        </p:txBody>
      </p:sp>
      <p:sp>
        <p:nvSpPr>
          <p:cNvPr id="6" name="Action Button: Custom 5">
            <a:hlinkClick r:id="" action="ppaction://noaction" highlightClick="1"/>
          </p:cNvPr>
          <p:cNvSpPr/>
          <p:nvPr/>
        </p:nvSpPr>
        <p:spPr>
          <a:xfrm>
            <a:off x="3275856" y="1268760"/>
            <a:ext cx="5184576" cy="481312"/>
          </a:xfrm>
          <a:prstGeom prst="actionButtonBlank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1600" b="1" dirty="0" smtClean="0">
                <a:solidFill>
                  <a:schemeClr val="tx1"/>
                </a:solidFill>
              </a:rPr>
              <a:t>1. </a:t>
            </a:r>
            <a:r>
              <a:rPr lang="th-TH" sz="1600" b="1" dirty="0" smtClean="0">
                <a:solidFill>
                  <a:schemeClr val="tx1"/>
                </a:solidFill>
              </a:rPr>
              <a:t>กด</a:t>
            </a:r>
            <a:r>
              <a:rPr lang="th-TH" sz="1600" b="1" dirty="0" smtClean="0">
                <a:solidFill>
                  <a:schemeClr val="tx1"/>
                </a:solidFill>
              </a:rPr>
              <a:t>เลือกหัวข้อ </a:t>
            </a:r>
            <a:r>
              <a:rPr lang="en-US" sz="1600" b="1" dirty="0" smtClean="0">
                <a:solidFill>
                  <a:schemeClr val="tx1"/>
                </a:solidFill>
              </a:rPr>
              <a:t>Report Style</a:t>
            </a:r>
            <a:r>
              <a:rPr lang="th-TH" sz="1600" b="1" dirty="0">
                <a:solidFill>
                  <a:schemeClr val="tx1"/>
                </a:solidFill>
              </a:rPr>
              <a:t> </a:t>
            </a:r>
            <a:r>
              <a:rPr lang="th-TH" sz="1600" b="1" dirty="0" smtClean="0">
                <a:solidFill>
                  <a:schemeClr val="tx1"/>
                </a:solidFill>
              </a:rPr>
              <a:t>และ เลือกแบบฟอร์ม ใบ</a:t>
            </a:r>
            <a:r>
              <a:rPr lang="th-TH" sz="1600" b="1" dirty="0">
                <a:solidFill>
                  <a:schemeClr val="tx1"/>
                </a:solidFill>
              </a:rPr>
              <a:t>ส่ง</a:t>
            </a:r>
            <a:r>
              <a:rPr lang="th-TH" sz="1600" b="1" dirty="0" smtClean="0">
                <a:solidFill>
                  <a:schemeClr val="tx1"/>
                </a:solidFill>
              </a:rPr>
              <a:t>สินค้า </a:t>
            </a:r>
            <a:r>
              <a:rPr lang="en-US" sz="1600" b="1" dirty="0" smtClean="0">
                <a:solidFill>
                  <a:schemeClr val="tx1"/>
                </a:solidFill>
              </a:rPr>
              <a:t>Trading</a:t>
            </a:r>
            <a:endParaRPr lang="th-TH" sz="1600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72000" y="3593232"/>
            <a:ext cx="336417" cy="305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1</a:t>
            </a:r>
          </a:p>
        </p:txBody>
      </p:sp>
      <p:sp>
        <p:nvSpPr>
          <p:cNvPr id="13" name="Subtitle 13"/>
          <p:cNvSpPr txBox="1">
            <a:spLocks/>
          </p:cNvSpPr>
          <p:nvPr/>
        </p:nvSpPr>
        <p:spPr>
          <a:xfrm>
            <a:off x="0" y="9546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b="1" dirty="0" smtClean="0"/>
              <a:t>การเปิด เอกสารใบส่งสินค้าในประเทศ</a:t>
            </a:r>
            <a:endParaRPr lang="th-TH" b="1" dirty="0"/>
          </a:p>
        </p:txBody>
      </p:sp>
      <p:cxnSp>
        <p:nvCxnSpPr>
          <p:cNvPr id="10" name="Elbow Connector 9"/>
          <p:cNvCxnSpPr>
            <a:stCxn id="6" idx="1"/>
          </p:cNvCxnSpPr>
          <p:nvPr/>
        </p:nvCxnSpPr>
        <p:spPr>
          <a:xfrm rot="5400000">
            <a:off x="4342773" y="2372897"/>
            <a:ext cx="2148196" cy="90254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44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997C6-C1A2-43FC-8E02-BA94E0F5C0BC}" type="slidenum">
              <a:rPr lang="th-TH" smtClean="0"/>
              <a:t>8</a:t>
            </a:fld>
            <a:endParaRPr lang="th-TH"/>
          </a:p>
        </p:txBody>
      </p:sp>
      <p:sp>
        <p:nvSpPr>
          <p:cNvPr id="3" name="Subtitle 13"/>
          <p:cNvSpPr txBox="1">
            <a:spLocks/>
          </p:cNvSpPr>
          <p:nvPr/>
        </p:nvSpPr>
        <p:spPr>
          <a:xfrm>
            <a:off x="0" y="9546"/>
            <a:ext cx="7092280" cy="899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b="1" dirty="0" smtClean="0"/>
              <a:t>การเปิด เอกสารใบส่งสินค้าในประเทศ</a:t>
            </a:r>
            <a:endParaRPr lang="th-TH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377" y="777009"/>
            <a:ext cx="4057823" cy="576961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Action Button: Custom 9">
            <a:hlinkClick r:id="" action="ppaction://noaction" highlightClick="1"/>
          </p:cNvPr>
          <p:cNvSpPr/>
          <p:nvPr/>
        </p:nvSpPr>
        <p:spPr>
          <a:xfrm>
            <a:off x="271176" y="908720"/>
            <a:ext cx="1953025" cy="750562"/>
          </a:xfrm>
          <a:prstGeom prst="actionButtonBlank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1600" b="1" dirty="0" smtClean="0">
                <a:solidFill>
                  <a:schemeClr val="tx1"/>
                </a:solidFill>
              </a:rPr>
              <a:t>ตัวอย่าง แบบฟอร์ม </a:t>
            </a:r>
          </a:p>
          <a:p>
            <a:r>
              <a:rPr lang="th-TH" sz="1600" b="1" dirty="0" smtClean="0"/>
              <a:t>ใบ</a:t>
            </a:r>
            <a:r>
              <a:rPr lang="th-TH" sz="1600" b="1" dirty="0"/>
              <a:t>ส่งสินค้าในประเทศ</a:t>
            </a:r>
            <a:endParaRPr lang="th-TH" sz="1600" b="1" dirty="0">
              <a:solidFill>
                <a:schemeClr val="tx1"/>
              </a:solidFill>
            </a:endParaRPr>
          </a:p>
        </p:txBody>
      </p:sp>
      <p:cxnSp>
        <p:nvCxnSpPr>
          <p:cNvPr id="12" name="Elbow Connector 11"/>
          <p:cNvCxnSpPr>
            <a:stCxn id="10" idx="1"/>
          </p:cNvCxnSpPr>
          <p:nvPr/>
        </p:nvCxnSpPr>
        <p:spPr>
          <a:xfrm rot="16200000" flipH="1">
            <a:off x="1382718" y="1524253"/>
            <a:ext cx="977630" cy="1247688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04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185</Words>
  <Application>Microsoft Office PowerPoint</Application>
  <PresentationFormat>On-screen Show (4:3)</PresentationFormat>
  <Paragraphs>37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Angsana New</vt:lpstr>
      <vt:lpstr>Arial</vt:lpstr>
      <vt:lpstr>Calibri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TD5507003</dc:creator>
  <cp:lastModifiedBy>TD5607007</cp:lastModifiedBy>
  <cp:revision>22</cp:revision>
  <dcterms:created xsi:type="dcterms:W3CDTF">2024-06-28T01:32:19Z</dcterms:created>
  <dcterms:modified xsi:type="dcterms:W3CDTF">2024-07-30T13:34:46Z</dcterms:modified>
</cp:coreProperties>
</file>